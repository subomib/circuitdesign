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3"/>
  </p:sldMasterIdLst>
  <p:notesMasterIdLst>
    <p:notesMasterId r:id="rId5"/>
  </p:notesMasterIdLst>
  <p:sldIdLst>
    <p:sldId id="259" r:id="rId4"/>
  </p:sldIdLst>
  <p:sldSz cx="43891200" cy="32918400"/>
  <p:notesSz cx="32461200" cy="43434000"/>
  <p:defaultTextStyle>
    <a:defPPr>
      <a:defRPr lang="en-US"/>
    </a:defPPr>
    <a:lvl1pPr algn="l" rtl="0" eaLnBrk="0" fontAlgn="base" hangingPunct="0">
      <a:spcBef>
        <a:spcPct val="0"/>
      </a:spcBef>
      <a:spcAft>
        <a:spcPct val="0"/>
      </a:spcAft>
      <a:defRPr sz="8600"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8600" kern="1200">
        <a:solidFill>
          <a:schemeClr val="tx1"/>
        </a:solidFill>
        <a:latin typeface="Arial"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8600" kern="1200">
        <a:solidFill>
          <a:schemeClr val="tx1"/>
        </a:solidFill>
        <a:latin typeface="Arial"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8600" kern="1200">
        <a:solidFill>
          <a:schemeClr val="tx1"/>
        </a:solidFill>
        <a:latin typeface="Arial"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8600"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sz="8600"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sz="8600"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sz="8600"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sz="8600"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883C605-D164-21F4-C99B-3F8BFF69CCDD}" name="Gabaldon, Eli" initials="EG" userId="S::EliGabaldon@my.unt.edu::2ae1acf5-6877-4206-952e-948da847f3b4" providerId="AD"/>
  <p188:author id="{12AC7AED-B4BC-6196-961F-732F11DAB8B0}" name="Borishade, Olasubomi" initials="BO" userId="S::olasubomiborishade@my.unt.edu::2d4b634e-8621-40b3-9b30-d0dc48889ca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9033"/>
    <a:srgbClr val="FF5050"/>
    <a:srgbClr val="A50021"/>
    <a:srgbClr val="3B64B5"/>
    <a:srgbClr val="0099FF"/>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99FADD-2C44-4927-B9EA-D643CC570C2D}" v="210" dt="2024-11-19T23:32:09.208"/>
    <p1510:client id="{4822D400-BA10-24AB-11FC-69794F1D48E4}" v="7" dt="2024-11-19T23:47:54.790"/>
    <p1510:client id="{D1AF2EE0-1E1E-BD9F-6B86-B3D61EA53F5D}" v="1087" dt="2024-11-19T23:29:04.9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0368"/>
        <p:guide pos="13824"/>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Master" Target="slideMasters/slideMaster1.xml"/><Relationship Id="rId7" Type="http://schemas.openxmlformats.org/officeDocument/2006/relationships/viewProps" Target="viewProps.xml"/><Relationship Id="rId12" Type="http://schemas.microsoft.com/office/2018/10/relationships/authors" Target="author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notesMaster" Target="notesMasters/notesMaster1.xml"/><Relationship Id="rId10" Type="http://schemas.microsoft.com/office/2016/11/relationships/changesInfo" Target="changesInfos/changesInfo1.xml"/><Relationship Id="rId4" Type="http://schemas.openxmlformats.org/officeDocument/2006/relationships/slide" Target="slides/slide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rishade, Olasubomi" userId="S::olasubomiborishade@my.unt.edu::2d4b634e-8621-40b3-9b30-d0dc48889ca7" providerId="AD" clId="Web-{4822D400-BA10-24AB-11FC-69794F1D48E4}"/>
    <pc:docChg chg="modSld">
      <pc:chgData name="Borishade, Olasubomi" userId="S::olasubomiborishade@my.unt.edu::2d4b634e-8621-40b3-9b30-d0dc48889ca7" providerId="AD" clId="Web-{4822D400-BA10-24AB-11FC-69794F1D48E4}" dt="2024-11-19T23:47:52.805" v="4" actId="20577"/>
      <pc:docMkLst>
        <pc:docMk/>
      </pc:docMkLst>
      <pc:sldChg chg="modSp">
        <pc:chgData name="Borishade, Olasubomi" userId="S::olasubomiborishade@my.unt.edu::2d4b634e-8621-40b3-9b30-d0dc48889ca7" providerId="AD" clId="Web-{4822D400-BA10-24AB-11FC-69794F1D48E4}" dt="2024-11-19T23:47:52.805" v="4" actId="20577"/>
        <pc:sldMkLst>
          <pc:docMk/>
          <pc:sldMk cId="3552866011" sldId="259"/>
        </pc:sldMkLst>
        <pc:spChg chg="mod">
          <ac:chgData name="Borishade, Olasubomi" userId="S::olasubomiborishade@my.unt.edu::2d4b634e-8621-40b3-9b30-d0dc48889ca7" providerId="AD" clId="Web-{4822D400-BA10-24AB-11FC-69794F1D48E4}" dt="2024-11-19T23:47:52.805" v="4" actId="20577"/>
          <ac:spMkLst>
            <pc:docMk/>
            <pc:sldMk cId="3552866011" sldId="259"/>
            <ac:spMk id="3081" creationId="{A28DBD07-E9A2-26EC-C2FF-77AF032AB6F3}"/>
          </ac:spMkLst>
        </pc:spChg>
      </pc:sldChg>
    </pc:docChg>
  </pc:docChgLst>
  <pc:docChgLst>
    <pc:chgData name="Gabaldon, Eli" userId="2ae1acf5-6877-4206-952e-948da847f3b4" providerId="ADAL" clId="{0E99FADD-2C44-4927-B9EA-D643CC570C2D}"/>
    <pc:docChg chg="undo custSel modSld">
      <pc:chgData name="Gabaldon, Eli" userId="2ae1acf5-6877-4206-952e-948da847f3b4" providerId="ADAL" clId="{0E99FADD-2C44-4927-B9EA-D643CC570C2D}" dt="2024-11-19T23:32:09.208" v="547" actId="20577"/>
      <pc:docMkLst>
        <pc:docMk/>
      </pc:docMkLst>
      <pc:sldChg chg="modSp mod">
        <pc:chgData name="Gabaldon, Eli" userId="2ae1acf5-6877-4206-952e-948da847f3b4" providerId="ADAL" clId="{0E99FADD-2C44-4927-B9EA-D643CC570C2D}" dt="2024-11-19T23:32:09.208" v="547" actId="20577"/>
        <pc:sldMkLst>
          <pc:docMk/>
          <pc:sldMk cId="3552866011" sldId="259"/>
        </pc:sldMkLst>
        <pc:spChg chg="mod">
          <ac:chgData name="Gabaldon, Eli" userId="2ae1acf5-6877-4206-952e-948da847f3b4" providerId="ADAL" clId="{0E99FADD-2C44-4927-B9EA-D643CC570C2D}" dt="2024-11-19T23:32:09.208" v="547" actId="20577"/>
          <ac:spMkLst>
            <pc:docMk/>
            <pc:sldMk cId="3552866011" sldId="259"/>
            <ac:spMk id="6" creationId="{0ED6194E-24DD-394E-2397-270281B3F518}"/>
          </ac:spMkLst>
        </pc:spChg>
        <pc:spChg chg="mod">
          <ac:chgData name="Gabaldon, Eli" userId="2ae1acf5-6877-4206-952e-948da847f3b4" providerId="ADAL" clId="{0E99FADD-2C44-4927-B9EA-D643CC570C2D}" dt="2024-11-19T22:41:36.055" v="466" actId="20577"/>
          <ac:spMkLst>
            <pc:docMk/>
            <pc:sldMk cId="3552866011" sldId="259"/>
            <ac:spMk id="7" creationId="{75465157-5031-EBED-8631-0CB34F1D7505}"/>
          </ac:spMkLst>
        </pc:spChg>
        <pc:spChg chg="mod">
          <ac:chgData name="Gabaldon, Eli" userId="2ae1acf5-6877-4206-952e-948da847f3b4" providerId="ADAL" clId="{0E99FADD-2C44-4927-B9EA-D643CC570C2D}" dt="2024-11-19T23:30:48.710" v="530" actId="20577"/>
          <ac:spMkLst>
            <pc:docMk/>
            <pc:sldMk cId="3552866011" sldId="259"/>
            <ac:spMk id="15" creationId="{1733F3AE-79A3-6218-DC85-766B741EC441}"/>
          </ac:spMkLst>
        </pc:spChg>
        <pc:spChg chg="mod">
          <ac:chgData name="Gabaldon, Eli" userId="2ae1acf5-6877-4206-952e-948da847f3b4" providerId="ADAL" clId="{0E99FADD-2C44-4927-B9EA-D643CC570C2D}" dt="2024-11-19T22:18:42.407" v="347" actId="14100"/>
          <ac:spMkLst>
            <pc:docMk/>
            <pc:sldMk cId="3552866011" sldId="259"/>
            <ac:spMk id="39" creationId="{3E890181-8A88-E788-0DE2-E0C7B6A75A92}"/>
          </ac:spMkLst>
        </pc:spChg>
        <pc:spChg chg="mod">
          <ac:chgData name="Gabaldon, Eli" userId="2ae1acf5-6877-4206-952e-948da847f3b4" providerId="ADAL" clId="{0E99FADD-2C44-4927-B9EA-D643CC570C2D}" dt="2024-11-19T22:40:08.711" v="451" actId="20577"/>
          <ac:spMkLst>
            <pc:docMk/>
            <pc:sldMk cId="3552866011" sldId="259"/>
            <ac:spMk id="44" creationId="{2F7F34DA-E9AB-3A39-B0BF-AF6C84751FF1}"/>
          </ac:spMkLst>
        </pc:spChg>
        <pc:spChg chg="mod">
          <ac:chgData name="Gabaldon, Eli" userId="2ae1acf5-6877-4206-952e-948da847f3b4" providerId="ADAL" clId="{0E99FADD-2C44-4927-B9EA-D643CC570C2D}" dt="2024-11-19T22:29:16.786" v="355" actId="20577"/>
          <ac:spMkLst>
            <pc:docMk/>
            <pc:sldMk cId="3552866011" sldId="259"/>
            <ac:spMk id="3076" creationId="{1AF061C4-C0EA-0DDD-29A1-23EFEBB55BC0}"/>
          </ac:spMkLst>
        </pc:spChg>
      </pc:sldChg>
    </pc:docChg>
  </pc:docChgLst>
  <pc:docChgLst>
    <pc:chgData name="Borishade, Olasubomi" userId="S::olasubomiborishade@my.unt.edu::2d4b634e-8621-40b3-9b30-d0dc48889ca7" providerId="AD" clId="Web-{D1AF2EE0-1E1E-BD9F-6B86-B3D61EA53F5D}"/>
    <pc:docChg chg="modSld">
      <pc:chgData name="Borishade, Olasubomi" userId="S::olasubomiborishade@my.unt.edu::2d4b634e-8621-40b3-9b30-d0dc48889ca7" providerId="AD" clId="Web-{D1AF2EE0-1E1E-BD9F-6B86-B3D61EA53F5D}" dt="2024-11-19T23:29:04.920" v="605" actId="20577"/>
      <pc:docMkLst>
        <pc:docMk/>
      </pc:docMkLst>
      <pc:sldChg chg="addSp delSp modSp">
        <pc:chgData name="Borishade, Olasubomi" userId="S::olasubomiborishade@my.unt.edu::2d4b634e-8621-40b3-9b30-d0dc48889ca7" providerId="AD" clId="Web-{D1AF2EE0-1E1E-BD9F-6B86-B3D61EA53F5D}" dt="2024-11-19T23:29:04.920" v="605" actId="20577"/>
        <pc:sldMkLst>
          <pc:docMk/>
          <pc:sldMk cId="3552866011" sldId="259"/>
        </pc:sldMkLst>
        <pc:spChg chg="mod">
          <ac:chgData name="Borishade, Olasubomi" userId="S::olasubomiborishade@my.unt.edu::2d4b634e-8621-40b3-9b30-d0dc48889ca7" providerId="AD" clId="Web-{D1AF2EE0-1E1E-BD9F-6B86-B3D61EA53F5D}" dt="2024-11-19T21:41:29.628" v="36" actId="1076"/>
          <ac:spMkLst>
            <pc:docMk/>
            <pc:sldMk cId="3552866011" sldId="259"/>
            <ac:spMk id="2" creationId="{67651286-E903-3718-8274-FD2AE706F1FB}"/>
          </ac:spMkLst>
        </pc:spChg>
        <pc:spChg chg="del">
          <ac:chgData name="Borishade, Olasubomi" userId="S::olasubomiborishade@my.unt.edu::2d4b634e-8621-40b3-9b30-d0dc48889ca7" providerId="AD" clId="Web-{D1AF2EE0-1E1E-BD9F-6B86-B3D61EA53F5D}" dt="2024-11-19T21:40:24.565" v="21"/>
          <ac:spMkLst>
            <pc:docMk/>
            <pc:sldMk cId="3552866011" sldId="259"/>
            <ac:spMk id="5" creationId="{77C83A2C-3710-02BF-D0CB-DBCD74CC4AEC}"/>
          </ac:spMkLst>
        </pc:spChg>
        <pc:spChg chg="mod">
          <ac:chgData name="Borishade, Olasubomi" userId="S::olasubomiborishade@my.unt.edu::2d4b634e-8621-40b3-9b30-d0dc48889ca7" providerId="AD" clId="Web-{D1AF2EE0-1E1E-BD9F-6B86-B3D61EA53F5D}" dt="2024-11-19T23:29:04.920" v="605" actId="20577"/>
          <ac:spMkLst>
            <pc:docMk/>
            <pc:sldMk cId="3552866011" sldId="259"/>
            <ac:spMk id="6" creationId="{0ED6194E-24DD-394E-2397-270281B3F518}"/>
          </ac:spMkLst>
        </pc:spChg>
        <pc:spChg chg="mod">
          <ac:chgData name="Borishade, Olasubomi" userId="S::olasubomiborishade@my.unt.edu::2d4b634e-8621-40b3-9b30-d0dc48889ca7" providerId="AD" clId="Web-{D1AF2EE0-1E1E-BD9F-6B86-B3D61EA53F5D}" dt="2024-11-19T22:07:10.515" v="195" actId="1076"/>
          <ac:spMkLst>
            <pc:docMk/>
            <pc:sldMk cId="3552866011" sldId="259"/>
            <ac:spMk id="7" creationId="{75465157-5031-EBED-8631-0CB34F1D7505}"/>
          </ac:spMkLst>
        </pc:spChg>
        <pc:spChg chg="del mod">
          <ac:chgData name="Borishade, Olasubomi" userId="S::olasubomiborishade@my.unt.edu::2d4b634e-8621-40b3-9b30-d0dc48889ca7" providerId="AD" clId="Web-{D1AF2EE0-1E1E-BD9F-6B86-B3D61EA53F5D}" dt="2024-11-19T21:40:43.237" v="27"/>
          <ac:spMkLst>
            <pc:docMk/>
            <pc:sldMk cId="3552866011" sldId="259"/>
            <ac:spMk id="8" creationId="{FF585A97-DF36-331A-2793-B32EB632B671}"/>
          </ac:spMkLst>
        </pc:spChg>
        <pc:spChg chg="mod">
          <ac:chgData name="Borishade, Olasubomi" userId="S::olasubomiborishade@my.unt.edu::2d4b634e-8621-40b3-9b30-d0dc48889ca7" providerId="AD" clId="Web-{D1AF2EE0-1E1E-BD9F-6B86-B3D61EA53F5D}" dt="2024-11-19T23:23:27.286" v="507" actId="20577"/>
          <ac:spMkLst>
            <pc:docMk/>
            <pc:sldMk cId="3552866011" sldId="259"/>
            <ac:spMk id="15" creationId="{1733F3AE-79A3-6218-DC85-766B741EC441}"/>
          </ac:spMkLst>
        </pc:spChg>
        <pc:spChg chg="del mod">
          <ac:chgData name="Borishade, Olasubomi" userId="S::olasubomiborishade@my.unt.edu::2d4b634e-8621-40b3-9b30-d0dc48889ca7" providerId="AD" clId="Web-{D1AF2EE0-1E1E-BD9F-6B86-B3D61EA53F5D}" dt="2024-11-19T21:40:43.237" v="26"/>
          <ac:spMkLst>
            <pc:docMk/>
            <pc:sldMk cId="3552866011" sldId="259"/>
            <ac:spMk id="17" creationId="{3E890181-8A88-E788-0DE2-E0C7B6A75A92}"/>
          </ac:spMkLst>
        </pc:spChg>
        <pc:spChg chg="mod">
          <ac:chgData name="Borishade, Olasubomi" userId="S::olasubomiborishade@my.unt.edu::2d4b634e-8621-40b3-9b30-d0dc48889ca7" providerId="AD" clId="Web-{D1AF2EE0-1E1E-BD9F-6B86-B3D61EA53F5D}" dt="2024-11-19T22:13:19.455" v="234" actId="14100"/>
          <ac:spMkLst>
            <pc:docMk/>
            <pc:sldMk cId="3552866011" sldId="259"/>
            <ac:spMk id="18" creationId="{ED00F59F-87B4-80D2-6304-252FF214927C}"/>
          </ac:spMkLst>
        </pc:spChg>
        <pc:spChg chg="mod">
          <ac:chgData name="Borishade, Olasubomi" userId="S::olasubomiborishade@my.unt.edu::2d4b634e-8621-40b3-9b30-d0dc48889ca7" providerId="AD" clId="Web-{D1AF2EE0-1E1E-BD9F-6B86-B3D61EA53F5D}" dt="2024-11-19T22:03:04.013" v="169" actId="1076"/>
          <ac:spMkLst>
            <pc:docMk/>
            <pc:sldMk cId="3552866011" sldId="259"/>
            <ac:spMk id="21" creationId="{298ADAF3-5081-4B8B-E848-0A9A5C9F4F5B}"/>
          </ac:spMkLst>
        </pc:spChg>
        <pc:spChg chg="mod">
          <ac:chgData name="Borishade, Olasubomi" userId="S::olasubomiborishade@my.unt.edu::2d4b634e-8621-40b3-9b30-d0dc48889ca7" providerId="AD" clId="Web-{D1AF2EE0-1E1E-BD9F-6B86-B3D61EA53F5D}" dt="2024-11-19T22:03:32.107" v="173" actId="1076"/>
          <ac:spMkLst>
            <pc:docMk/>
            <pc:sldMk cId="3552866011" sldId="259"/>
            <ac:spMk id="23" creationId="{13CD60C3-9884-F511-5B1F-375397FF5155}"/>
          </ac:spMkLst>
        </pc:spChg>
        <pc:spChg chg="mod">
          <ac:chgData name="Borishade, Olasubomi" userId="S::olasubomiborishade@my.unt.edu::2d4b634e-8621-40b3-9b30-d0dc48889ca7" providerId="AD" clId="Web-{D1AF2EE0-1E1E-BD9F-6B86-B3D61EA53F5D}" dt="2024-11-19T22:03:39.873" v="174" actId="1076"/>
          <ac:spMkLst>
            <pc:docMk/>
            <pc:sldMk cId="3552866011" sldId="259"/>
            <ac:spMk id="24" creationId="{B848A9F2-B533-786F-6E7B-2D53FF62449E}"/>
          </ac:spMkLst>
        </pc:spChg>
        <pc:spChg chg="mod">
          <ac:chgData name="Borishade, Olasubomi" userId="S::olasubomiborishade@my.unt.edu::2d4b634e-8621-40b3-9b30-d0dc48889ca7" providerId="AD" clId="Web-{D1AF2EE0-1E1E-BD9F-6B86-B3D61EA53F5D}" dt="2024-11-19T22:04:40.842" v="175" actId="1076"/>
          <ac:spMkLst>
            <pc:docMk/>
            <pc:sldMk cId="3552866011" sldId="259"/>
            <ac:spMk id="27" creationId="{35D773CE-ECD4-9DB2-EEA2-25AFBE6930D1}"/>
          </ac:spMkLst>
        </pc:spChg>
        <pc:spChg chg="add">
          <ac:chgData name="Borishade, Olasubomi" userId="S::olasubomiborishade@my.unt.edu::2d4b634e-8621-40b3-9b30-d0dc48889ca7" providerId="AD" clId="Web-{D1AF2EE0-1E1E-BD9F-6B86-B3D61EA53F5D}" dt="2024-11-19T21:40:53.003" v="30"/>
          <ac:spMkLst>
            <pc:docMk/>
            <pc:sldMk cId="3552866011" sldId="259"/>
            <ac:spMk id="32" creationId="{BD37E194-1DEE-4F6C-F38E-39B061A7E1E5}"/>
          </ac:spMkLst>
        </pc:spChg>
        <pc:spChg chg="add mod">
          <ac:chgData name="Borishade, Olasubomi" userId="S::olasubomiborishade@my.unt.edu::2d4b634e-8621-40b3-9b30-d0dc48889ca7" providerId="AD" clId="Web-{D1AF2EE0-1E1E-BD9F-6B86-B3D61EA53F5D}" dt="2024-11-19T21:45:32.380" v="63" actId="20577"/>
          <ac:spMkLst>
            <pc:docMk/>
            <pc:sldMk cId="3552866011" sldId="259"/>
            <ac:spMk id="36" creationId="{FF585A97-DF36-331A-2793-B32EB632B671}"/>
          </ac:spMkLst>
        </pc:spChg>
        <pc:spChg chg="add mod">
          <ac:chgData name="Borishade, Olasubomi" userId="S::olasubomiborishade@my.unt.edu::2d4b634e-8621-40b3-9b30-d0dc48889ca7" providerId="AD" clId="Web-{D1AF2EE0-1E1E-BD9F-6B86-B3D61EA53F5D}" dt="2024-11-19T21:43:35.754" v="51" actId="1076"/>
          <ac:spMkLst>
            <pc:docMk/>
            <pc:sldMk cId="3552866011" sldId="259"/>
            <ac:spMk id="39" creationId="{3E890181-8A88-E788-0DE2-E0C7B6A75A92}"/>
          </ac:spMkLst>
        </pc:spChg>
        <pc:spChg chg="mod">
          <ac:chgData name="Borishade, Olasubomi" userId="S::olasubomiborishade@my.unt.edu::2d4b634e-8621-40b3-9b30-d0dc48889ca7" providerId="AD" clId="Web-{D1AF2EE0-1E1E-BD9F-6B86-B3D61EA53F5D}" dt="2024-11-19T22:11:59.767" v="224" actId="20577"/>
          <ac:spMkLst>
            <pc:docMk/>
            <pc:sldMk cId="3552866011" sldId="259"/>
            <ac:spMk id="40" creationId="{B2BDFAC0-0970-330A-F788-2B4AA059AA36}"/>
          </ac:spMkLst>
        </pc:spChg>
        <pc:spChg chg="mod">
          <ac:chgData name="Borishade, Olasubomi" userId="S::olasubomiborishade@my.unt.edu::2d4b634e-8621-40b3-9b30-d0dc48889ca7" providerId="AD" clId="Web-{D1AF2EE0-1E1E-BD9F-6B86-B3D61EA53F5D}" dt="2024-11-19T22:06:51.218" v="192" actId="1076"/>
          <ac:spMkLst>
            <pc:docMk/>
            <pc:sldMk cId="3552866011" sldId="259"/>
            <ac:spMk id="43" creationId="{4A005BED-CF5E-B475-397C-31296BE90324}"/>
          </ac:spMkLst>
        </pc:spChg>
        <pc:spChg chg="mod">
          <ac:chgData name="Borishade, Olasubomi" userId="S::olasubomiborishade@my.unt.edu::2d4b634e-8621-40b3-9b30-d0dc48889ca7" providerId="AD" clId="Web-{D1AF2EE0-1E1E-BD9F-6B86-B3D61EA53F5D}" dt="2024-11-19T22:15:33.222" v="239" actId="20577"/>
          <ac:spMkLst>
            <pc:docMk/>
            <pc:sldMk cId="3552866011" sldId="259"/>
            <ac:spMk id="44" creationId="{2F7F34DA-E9AB-3A39-B0BF-AF6C84751FF1}"/>
          </ac:spMkLst>
        </pc:spChg>
        <pc:spChg chg="mod">
          <ac:chgData name="Borishade, Olasubomi" userId="S::olasubomiborishade@my.unt.edu::2d4b634e-8621-40b3-9b30-d0dc48889ca7" providerId="AD" clId="Web-{D1AF2EE0-1E1E-BD9F-6B86-B3D61EA53F5D}" dt="2024-11-19T21:42:40.410" v="50" actId="20577"/>
          <ac:spMkLst>
            <pc:docMk/>
            <pc:sldMk cId="3552866011" sldId="259"/>
            <ac:spMk id="3075" creationId="{612544CB-04C2-10DF-3854-D508B97BB530}"/>
          </ac:spMkLst>
        </pc:spChg>
        <pc:spChg chg="mod">
          <ac:chgData name="Borishade, Olasubomi" userId="S::olasubomiborishade@my.unt.edu::2d4b634e-8621-40b3-9b30-d0dc48889ca7" providerId="AD" clId="Web-{D1AF2EE0-1E1E-BD9F-6B86-B3D61EA53F5D}" dt="2024-11-19T23:13:22.003" v="370" actId="1076"/>
          <ac:spMkLst>
            <pc:docMk/>
            <pc:sldMk cId="3552866011" sldId="259"/>
            <ac:spMk id="3076" creationId="{1AF061C4-C0EA-0DDD-29A1-23EFEBB55BC0}"/>
          </ac:spMkLst>
        </pc:spChg>
        <pc:spChg chg="mod">
          <ac:chgData name="Borishade, Olasubomi" userId="S::olasubomiborishade@my.unt.edu::2d4b634e-8621-40b3-9b30-d0dc48889ca7" providerId="AD" clId="Web-{D1AF2EE0-1E1E-BD9F-6B86-B3D61EA53F5D}" dt="2024-11-19T21:41:38.237" v="37" actId="1076"/>
          <ac:spMkLst>
            <pc:docMk/>
            <pc:sldMk cId="3552866011" sldId="259"/>
            <ac:spMk id="3078" creationId="{9F84ECE3-B8ED-2B46-0B6D-3CBA8886EA87}"/>
          </ac:spMkLst>
        </pc:spChg>
        <pc:spChg chg="mod">
          <ac:chgData name="Borishade, Olasubomi" userId="S::olasubomiborishade@my.unt.edu::2d4b634e-8621-40b3-9b30-d0dc48889ca7" providerId="AD" clId="Web-{D1AF2EE0-1E1E-BD9F-6B86-B3D61EA53F5D}" dt="2024-11-19T21:42:21.738" v="45" actId="14100"/>
          <ac:spMkLst>
            <pc:docMk/>
            <pc:sldMk cId="3552866011" sldId="259"/>
            <ac:spMk id="3081" creationId="{A28DBD07-E9A2-26EC-C2FF-77AF032AB6F3}"/>
          </ac:spMkLst>
        </pc:spChg>
        <pc:spChg chg="mod">
          <ac:chgData name="Borishade, Olasubomi" userId="S::olasubomiborishade@my.unt.edu::2d4b634e-8621-40b3-9b30-d0dc48889ca7" providerId="AD" clId="Web-{D1AF2EE0-1E1E-BD9F-6B86-B3D61EA53F5D}" dt="2024-11-19T21:41:49.441" v="39" actId="1076"/>
          <ac:spMkLst>
            <pc:docMk/>
            <pc:sldMk cId="3552866011" sldId="259"/>
            <ac:spMk id="3082" creationId="{84DB2053-C804-4F4E-1420-4D1BCF5454A8}"/>
          </ac:spMkLst>
        </pc:spChg>
        <pc:spChg chg="del mod">
          <ac:chgData name="Borishade, Olasubomi" userId="S::olasubomiborishade@my.unt.edu::2d4b634e-8621-40b3-9b30-d0dc48889ca7" providerId="AD" clId="Web-{D1AF2EE0-1E1E-BD9F-6B86-B3D61EA53F5D}" dt="2024-11-19T21:40:43.237" v="29"/>
          <ac:spMkLst>
            <pc:docMk/>
            <pc:sldMk cId="3552866011" sldId="259"/>
            <ac:spMk id="3083" creationId="{BD37E194-1DEE-4F6C-F38E-39B061A7E1E5}"/>
          </ac:spMkLst>
        </pc:spChg>
        <pc:spChg chg="mod">
          <ac:chgData name="Borishade, Olasubomi" userId="S::olasubomiborishade@my.unt.edu::2d4b634e-8621-40b3-9b30-d0dc48889ca7" providerId="AD" clId="Web-{D1AF2EE0-1E1E-BD9F-6B86-B3D61EA53F5D}" dt="2024-11-19T21:42:34.550" v="48" actId="1076"/>
          <ac:spMkLst>
            <pc:docMk/>
            <pc:sldMk cId="3552866011" sldId="259"/>
            <ac:spMk id="3085" creationId="{D40B4EC7-9D60-2DEB-AC57-476EB5E95DA3}"/>
          </ac:spMkLst>
        </pc:spChg>
        <pc:grpChg chg="mod">
          <ac:chgData name="Borishade, Olasubomi" userId="S::olasubomiborishade@my.unt.edu::2d4b634e-8621-40b3-9b30-d0dc48889ca7" providerId="AD" clId="Web-{D1AF2EE0-1E1E-BD9F-6B86-B3D61EA53F5D}" dt="2024-11-19T22:06:46.280" v="191" actId="1076"/>
          <ac:grpSpMkLst>
            <pc:docMk/>
            <pc:sldMk cId="3552866011" sldId="259"/>
            <ac:grpSpMk id="47" creationId="{FD139C34-78EA-00BC-BB7C-26ED6825BFF6}"/>
          </ac:grpSpMkLst>
        </pc:grpChg>
        <pc:picChg chg="mod">
          <ac:chgData name="Borishade, Olasubomi" userId="S::olasubomiborishade@my.unt.edu::2d4b634e-8621-40b3-9b30-d0dc48889ca7" providerId="AD" clId="Web-{D1AF2EE0-1E1E-BD9F-6B86-B3D61EA53F5D}" dt="2024-11-19T21:42:25.066" v="46" actId="1076"/>
          <ac:picMkLst>
            <pc:docMk/>
            <pc:sldMk cId="3552866011" sldId="259"/>
            <ac:picMk id="3" creationId="{C62B74AB-E8EC-3063-2AA5-77B028CAB1B1}"/>
          </ac:picMkLst>
        </pc:picChg>
        <pc:picChg chg="del mod">
          <ac:chgData name="Borishade, Olasubomi" userId="S::olasubomiborishade@my.unt.edu::2d4b634e-8621-40b3-9b30-d0dc48889ca7" providerId="AD" clId="Web-{D1AF2EE0-1E1E-BD9F-6B86-B3D61EA53F5D}" dt="2024-11-19T21:40:43.237" v="28"/>
          <ac:picMkLst>
            <pc:docMk/>
            <pc:sldMk cId="3552866011" sldId="259"/>
            <ac:picMk id="4" creationId="{B9310163-D3FE-AAD5-32CF-447704BA24D9}"/>
          </ac:picMkLst>
        </pc:picChg>
        <pc:picChg chg="mod">
          <ac:chgData name="Borishade, Olasubomi" userId="S::olasubomiborishade@my.unt.edu::2d4b634e-8621-40b3-9b30-d0dc48889ca7" providerId="AD" clId="Web-{D1AF2EE0-1E1E-BD9F-6B86-B3D61EA53F5D}" dt="2024-11-19T22:02:59.841" v="168" actId="14100"/>
          <ac:picMkLst>
            <pc:docMk/>
            <pc:sldMk cId="3552866011" sldId="259"/>
            <ac:picMk id="16" creationId="{4F6D9F5C-ACB6-0EAE-C2E9-62DE6C497DA7}"/>
          </ac:picMkLst>
        </pc:picChg>
        <pc:picChg chg="mod">
          <ac:chgData name="Borishade, Olasubomi" userId="S::olasubomiborishade@my.unt.edu::2d4b634e-8621-40b3-9b30-d0dc48889ca7" providerId="AD" clId="Web-{D1AF2EE0-1E1E-BD9F-6B86-B3D61EA53F5D}" dt="2024-11-19T22:13:23.830" v="235" actId="1076"/>
          <ac:picMkLst>
            <pc:docMk/>
            <pc:sldMk cId="3552866011" sldId="259"/>
            <ac:picMk id="19" creationId="{313D8395-1B22-11E1-E170-6C8FF506A1D5}"/>
          </ac:picMkLst>
        </pc:picChg>
        <pc:picChg chg="mod">
          <ac:chgData name="Borishade, Olasubomi" userId="S::olasubomiborishade@my.unt.edu::2d4b634e-8621-40b3-9b30-d0dc48889ca7" providerId="AD" clId="Web-{D1AF2EE0-1E1E-BD9F-6B86-B3D61EA53F5D}" dt="2024-11-19T22:13:26.643" v="236" actId="1076"/>
          <ac:picMkLst>
            <pc:docMk/>
            <pc:sldMk cId="3552866011" sldId="259"/>
            <ac:picMk id="20" creationId="{2D241585-A619-C13F-EEFD-C6B0B659E851}"/>
          </ac:picMkLst>
        </pc:picChg>
        <pc:picChg chg="mod">
          <ac:chgData name="Borishade, Olasubomi" userId="S::olasubomiborishade@my.unt.edu::2d4b634e-8621-40b3-9b30-d0dc48889ca7" providerId="AD" clId="Web-{D1AF2EE0-1E1E-BD9F-6B86-B3D61EA53F5D}" dt="2024-11-19T22:12:18.033" v="226" actId="14100"/>
          <ac:picMkLst>
            <pc:docMk/>
            <pc:sldMk cId="3552866011" sldId="259"/>
            <ac:picMk id="22" creationId="{6116E882-F7D3-7C0C-B436-B84CE3ED3FF6}"/>
          </ac:picMkLst>
        </pc:picChg>
        <pc:picChg chg="del">
          <ac:chgData name="Borishade, Olasubomi" userId="S::olasubomiborishade@my.unt.edu::2d4b634e-8621-40b3-9b30-d0dc48889ca7" providerId="AD" clId="Web-{D1AF2EE0-1E1E-BD9F-6B86-B3D61EA53F5D}" dt="2024-11-19T21:40:23.237" v="20"/>
          <ac:picMkLst>
            <pc:docMk/>
            <pc:sldMk cId="3552866011" sldId="259"/>
            <ac:picMk id="30" creationId="{48ACF8AE-A9C8-A92E-981E-CF57F73B07A1}"/>
          </ac:picMkLst>
        </pc:picChg>
        <pc:picChg chg="add">
          <ac:chgData name="Borishade, Olasubomi" userId="S::olasubomiborishade@my.unt.edu::2d4b634e-8621-40b3-9b30-d0dc48889ca7" providerId="AD" clId="Web-{D1AF2EE0-1E1E-BD9F-6B86-B3D61EA53F5D}" dt="2024-11-19T21:40:53.003" v="30"/>
          <ac:picMkLst>
            <pc:docMk/>
            <pc:sldMk cId="3552866011" sldId="259"/>
            <ac:picMk id="33" creationId="{B9310163-D3FE-AAD5-32CF-447704BA24D9}"/>
          </ac:picMkLst>
        </pc:picChg>
        <pc:picChg chg="mod">
          <ac:chgData name="Borishade, Olasubomi" userId="S::olasubomiborishade@my.unt.edu::2d4b634e-8621-40b3-9b30-d0dc48889ca7" providerId="AD" clId="Web-{D1AF2EE0-1E1E-BD9F-6B86-B3D61EA53F5D}" dt="2024-11-19T23:13:25.785" v="371" actId="1076"/>
          <ac:picMkLst>
            <pc:docMk/>
            <pc:sldMk cId="3552866011" sldId="259"/>
            <ac:picMk id="1028" creationId="{A249B65E-64A0-4DAA-B9B2-6F82D764987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5778405B-EB6C-7EDC-314E-6C68D0864114}"/>
              </a:ext>
            </a:extLst>
          </p:cNvPr>
          <p:cNvSpPr>
            <a:spLocks noGrp="1" noChangeArrowheads="1"/>
          </p:cNvSpPr>
          <p:nvPr>
            <p:ph type="hdr" sz="quarter"/>
          </p:nvPr>
        </p:nvSpPr>
        <p:spPr bwMode="auto">
          <a:xfrm>
            <a:off x="0" y="0"/>
            <a:ext cx="14066838" cy="2171700"/>
          </a:xfrm>
          <a:prstGeom prst="rect">
            <a:avLst/>
          </a:prstGeom>
          <a:noFill/>
          <a:ln w="9525">
            <a:noFill/>
            <a:miter lim="800000"/>
            <a:headEnd/>
            <a:tailEnd/>
          </a:ln>
          <a:effectLst/>
        </p:spPr>
        <p:txBody>
          <a:bodyPr vert="horz" wrap="square" lIns="433682" tIns="216841" rIns="433682" bIns="216841" numCol="1" anchor="t" anchorCtr="0" compatLnSpc="1">
            <a:prstTxWarp prst="textNoShape">
              <a:avLst/>
            </a:prstTxWarp>
          </a:bodyPr>
          <a:lstStyle>
            <a:lvl1pPr eaLnBrk="1" hangingPunct="1">
              <a:defRPr sz="5700">
                <a:latin typeface="Arial" charset="0"/>
                <a:ea typeface="+mn-ea"/>
              </a:defRPr>
            </a:lvl1pPr>
          </a:lstStyle>
          <a:p>
            <a:pPr>
              <a:defRPr/>
            </a:pPr>
            <a:endParaRPr lang="en-US"/>
          </a:p>
        </p:txBody>
      </p:sp>
      <p:sp>
        <p:nvSpPr>
          <p:cNvPr id="3075" name="Rectangle 3">
            <a:extLst>
              <a:ext uri="{FF2B5EF4-FFF2-40B4-BE49-F238E27FC236}">
                <a16:creationId xmlns:a16="http://schemas.microsoft.com/office/drawing/2014/main" id="{CBC212B4-9CE3-602C-1A08-4E5F7CC7BD1B}"/>
              </a:ext>
            </a:extLst>
          </p:cNvPr>
          <p:cNvSpPr>
            <a:spLocks noGrp="1" noChangeArrowheads="1"/>
          </p:cNvSpPr>
          <p:nvPr>
            <p:ph type="dt" idx="1"/>
          </p:nvPr>
        </p:nvSpPr>
        <p:spPr bwMode="auto">
          <a:xfrm>
            <a:off x="18386425" y="0"/>
            <a:ext cx="14066838" cy="2171700"/>
          </a:xfrm>
          <a:prstGeom prst="rect">
            <a:avLst/>
          </a:prstGeom>
          <a:noFill/>
          <a:ln w="9525">
            <a:noFill/>
            <a:miter lim="800000"/>
            <a:headEnd/>
            <a:tailEnd/>
          </a:ln>
          <a:effectLst/>
        </p:spPr>
        <p:txBody>
          <a:bodyPr vert="horz" wrap="square" lIns="433682" tIns="216841" rIns="433682" bIns="216841" numCol="1" anchor="t" anchorCtr="0" compatLnSpc="1">
            <a:prstTxWarp prst="textNoShape">
              <a:avLst/>
            </a:prstTxWarp>
          </a:bodyPr>
          <a:lstStyle>
            <a:lvl1pPr algn="r" eaLnBrk="1" hangingPunct="1">
              <a:defRPr sz="5700">
                <a:latin typeface="Arial" charset="0"/>
                <a:ea typeface="+mn-ea"/>
              </a:defRPr>
            </a:lvl1pPr>
          </a:lstStyle>
          <a:p>
            <a:pPr>
              <a:defRPr/>
            </a:pPr>
            <a:endParaRPr lang="en-US"/>
          </a:p>
        </p:txBody>
      </p:sp>
      <p:sp>
        <p:nvSpPr>
          <p:cNvPr id="2052" name="Rectangle 4">
            <a:extLst>
              <a:ext uri="{FF2B5EF4-FFF2-40B4-BE49-F238E27FC236}">
                <a16:creationId xmlns:a16="http://schemas.microsoft.com/office/drawing/2014/main" id="{6C84D788-5391-7FCC-E1EE-CF1B314CC671}"/>
              </a:ext>
            </a:extLst>
          </p:cNvPr>
          <p:cNvSpPr>
            <a:spLocks noGrp="1" noRot="1" noChangeAspect="1" noChangeArrowheads="1" noTextEdit="1"/>
          </p:cNvSpPr>
          <p:nvPr>
            <p:ph type="sldImg" idx="2"/>
          </p:nvPr>
        </p:nvSpPr>
        <p:spPr bwMode="auto">
          <a:xfrm>
            <a:off x="5372100" y="3257550"/>
            <a:ext cx="21717000" cy="162877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a:extLst>
              <a:ext uri="{FF2B5EF4-FFF2-40B4-BE49-F238E27FC236}">
                <a16:creationId xmlns:a16="http://schemas.microsoft.com/office/drawing/2014/main" id="{F46B5FD4-1219-71D6-1EF9-7F639CC5F6EA}"/>
              </a:ext>
            </a:extLst>
          </p:cNvPr>
          <p:cNvSpPr>
            <a:spLocks noGrp="1" noChangeArrowheads="1"/>
          </p:cNvSpPr>
          <p:nvPr>
            <p:ph type="body" sz="quarter" idx="3"/>
          </p:nvPr>
        </p:nvSpPr>
        <p:spPr bwMode="auto">
          <a:xfrm>
            <a:off x="3246438" y="20631150"/>
            <a:ext cx="25968325" cy="19545300"/>
          </a:xfrm>
          <a:prstGeom prst="rect">
            <a:avLst/>
          </a:prstGeom>
          <a:noFill/>
          <a:ln w="9525">
            <a:noFill/>
            <a:miter lim="800000"/>
            <a:headEnd/>
            <a:tailEnd/>
          </a:ln>
          <a:effectLst/>
        </p:spPr>
        <p:txBody>
          <a:bodyPr vert="horz" wrap="square" lIns="433682" tIns="216841" rIns="433682" bIns="21684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a:extLst>
              <a:ext uri="{FF2B5EF4-FFF2-40B4-BE49-F238E27FC236}">
                <a16:creationId xmlns:a16="http://schemas.microsoft.com/office/drawing/2014/main" id="{FF467CBE-2D56-FC45-8298-8AB75447DD0D}"/>
              </a:ext>
            </a:extLst>
          </p:cNvPr>
          <p:cNvSpPr>
            <a:spLocks noGrp="1" noChangeArrowheads="1"/>
          </p:cNvSpPr>
          <p:nvPr>
            <p:ph type="ftr" sz="quarter" idx="4"/>
          </p:nvPr>
        </p:nvSpPr>
        <p:spPr bwMode="auto">
          <a:xfrm>
            <a:off x="0" y="41254363"/>
            <a:ext cx="14066838" cy="2171700"/>
          </a:xfrm>
          <a:prstGeom prst="rect">
            <a:avLst/>
          </a:prstGeom>
          <a:noFill/>
          <a:ln w="9525">
            <a:noFill/>
            <a:miter lim="800000"/>
            <a:headEnd/>
            <a:tailEnd/>
          </a:ln>
          <a:effectLst/>
        </p:spPr>
        <p:txBody>
          <a:bodyPr vert="horz" wrap="square" lIns="433682" tIns="216841" rIns="433682" bIns="216841" numCol="1" anchor="b" anchorCtr="0" compatLnSpc="1">
            <a:prstTxWarp prst="textNoShape">
              <a:avLst/>
            </a:prstTxWarp>
          </a:bodyPr>
          <a:lstStyle>
            <a:lvl1pPr eaLnBrk="1" hangingPunct="1">
              <a:defRPr sz="5700">
                <a:latin typeface="Arial" charset="0"/>
                <a:ea typeface="+mn-ea"/>
              </a:defRPr>
            </a:lvl1pPr>
          </a:lstStyle>
          <a:p>
            <a:pPr>
              <a:defRPr/>
            </a:pPr>
            <a:endParaRPr lang="en-US"/>
          </a:p>
        </p:txBody>
      </p:sp>
      <p:sp>
        <p:nvSpPr>
          <p:cNvPr id="3079" name="Rectangle 7">
            <a:extLst>
              <a:ext uri="{FF2B5EF4-FFF2-40B4-BE49-F238E27FC236}">
                <a16:creationId xmlns:a16="http://schemas.microsoft.com/office/drawing/2014/main" id="{57C0B1E4-E6C4-D817-ED24-940FAE43DFEC}"/>
              </a:ext>
            </a:extLst>
          </p:cNvPr>
          <p:cNvSpPr>
            <a:spLocks noGrp="1" noChangeArrowheads="1"/>
          </p:cNvSpPr>
          <p:nvPr>
            <p:ph type="sldNum" sz="quarter" idx="5"/>
          </p:nvPr>
        </p:nvSpPr>
        <p:spPr bwMode="auto">
          <a:xfrm>
            <a:off x="18386425" y="41254363"/>
            <a:ext cx="14066838" cy="2171700"/>
          </a:xfrm>
          <a:prstGeom prst="rect">
            <a:avLst/>
          </a:prstGeom>
          <a:noFill/>
          <a:ln w="9525">
            <a:noFill/>
            <a:miter lim="800000"/>
            <a:headEnd/>
            <a:tailEnd/>
          </a:ln>
          <a:effectLst/>
        </p:spPr>
        <p:txBody>
          <a:bodyPr vert="horz" wrap="square" lIns="433682" tIns="216841" rIns="433682" bIns="216841" numCol="1" anchor="b" anchorCtr="0" compatLnSpc="1">
            <a:prstTxWarp prst="textNoShape">
              <a:avLst/>
            </a:prstTxWarp>
          </a:bodyPr>
          <a:lstStyle>
            <a:lvl1pPr algn="r" eaLnBrk="1" hangingPunct="1">
              <a:defRPr sz="5700">
                <a:ea typeface="ＭＳ Ｐゴシック" panose="020B0600070205080204" pitchFamily="34" charset="-128"/>
              </a:defRPr>
            </a:lvl1pPr>
          </a:lstStyle>
          <a:p>
            <a:pPr>
              <a:defRPr/>
            </a:pPr>
            <a:fld id="{D47D90CC-D154-4B3B-878A-FD080B264E96}"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mn-cs"/>
      </a:defRPr>
    </a:lvl1pPr>
    <a:lvl2pPr marL="457200"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a:extLst>
              <a:ext uri="{FF2B5EF4-FFF2-40B4-BE49-F238E27FC236}">
                <a16:creationId xmlns:a16="http://schemas.microsoft.com/office/drawing/2014/main" id="{5E898AA5-44A9-E06C-274A-D50B7040A69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MS PGothic" panose="020B0600070205080204" pitchFamily="34" charset="-128"/>
              </a:defRPr>
            </a:lvl1pPr>
            <a:lvl2pPr marL="742950" indent="-285750">
              <a:spcBef>
                <a:spcPct val="30000"/>
              </a:spcBef>
              <a:defRPr sz="1200">
                <a:solidFill>
                  <a:schemeClr val="tx1"/>
                </a:solidFill>
                <a:latin typeface="Arial" panose="020B0604020202020204" pitchFamily="34" charset="0"/>
                <a:ea typeface="MS PGothic" panose="020B0600070205080204" pitchFamily="34" charset="-128"/>
              </a:defRPr>
            </a:lvl2pPr>
            <a:lvl3pPr marL="1143000" indent="-228600">
              <a:spcBef>
                <a:spcPct val="30000"/>
              </a:spcBef>
              <a:defRPr sz="1200">
                <a:solidFill>
                  <a:schemeClr val="tx1"/>
                </a:solidFill>
                <a:latin typeface="Arial" panose="020B0604020202020204" pitchFamily="34" charset="0"/>
                <a:ea typeface="MS PGothic" panose="020B0600070205080204" pitchFamily="34" charset="-128"/>
              </a:defRPr>
            </a:lvl3pPr>
            <a:lvl4pPr marL="1600200" indent="-228600">
              <a:spcBef>
                <a:spcPct val="30000"/>
              </a:spcBef>
              <a:defRPr sz="1200">
                <a:solidFill>
                  <a:schemeClr val="tx1"/>
                </a:solidFill>
                <a:latin typeface="Arial" panose="020B0604020202020204" pitchFamily="34" charset="0"/>
                <a:ea typeface="MS PGothic" panose="020B0600070205080204" pitchFamily="34" charset="-128"/>
              </a:defRPr>
            </a:lvl4pPr>
            <a:lvl5pPr marL="2057400" indent="-228600">
              <a:spcBef>
                <a:spcPct val="30000"/>
              </a:spcBef>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9pPr>
          </a:lstStyle>
          <a:p>
            <a:pPr>
              <a:spcBef>
                <a:spcPct val="0"/>
              </a:spcBef>
            </a:pPr>
            <a:fld id="{8628A3AB-C5BC-410A-B4F9-7C5B1107A623}" type="slidenum">
              <a:rPr lang="en-US" altLang="en-US" sz="5700" smtClean="0"/>
              <a:pPr>
                <a:spcBef>
                  <a:spcPct val="0"/>
                </a:spcBef>
              </a:pPr>
              <a:t>1</a:t>
            </a:fld>
            <a:endParaRPr lang="en-US" altLang="en-US" sz="5700"/>
          </a:p>
        </p:txBody>
      </p:sp>
      <p:sp>
        <p:nvSpPr>
          <p:cNvPr id="4099" name="Rectangle 2">
            <a:extLst>
              <a:ext uri="{FF2B5EF4-FFF2-40B4-BE49-F238E27FC236}">
                <a16:creationId xmlns:a16="http://schemas.microsoft.com/office/drawing/2014/main" id="{AE4B2DE3-F9EF-9E72-ECD5-1C9AF9C19D9C}"/>
              </a:ext>
            </a:extLst>
          </p:cNvPr>
          <p:cNvSpPr>
            <a:spLocks noGrp="1" noRot="1" noChangeAspect="1" noChangeArrowheads="1" noTextEdit="1"/>
          </p:cNvSpPr>
          <p:nvPr>
            <p:ph type="sldImg"/>
          </p:nvPr>
        </p:nvSpPr>
        <p:spPr>
          <a:ln/>
        </p:spPr>
      </p:sp>
      <p:sp>
        <p:nvSpPr>
          <p:cNvPr id="4100" name="Rectangle 3">
            <a:extLst>
              <a:ext uri="{FF2B5EF4-FFF2-40B4-BE49-F238E27FC236}">
                <a16:creationId xmlns:a16="http://schemas.microsoft.com/office/drawing/2014/main" id="{EDA18D7E-7C32-6D9F-DBE7-FC44F98D5F0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a:p>
            <a:pPr eaLnBrk="1" hangingPunct="1"/>
            <a:endParaRPr lang="en-US" altLang="en-US">
              <a:latin typeface="Arial" panose="020B0604020202020204" pitchFamily="34" charset="0"/>
            </a:endParaRPr>
          </a:p>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981417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2475" y="10226675"/>
            <a:ext cx="37306250" cy="7054850"/>
          </a:xfrm>
        </p:spPr>
        <p:txBody>
          <a:bodyPr/>
          <a:lstStyle/>
          <a:p>
            <a:r>
              <a:rPr lang="en-US"/>
              <a:t>Click to edit Master title style</a:t>
            </a:r>
          </a:p>
        </p:txBody>
      </p:sp>
      <p:sp>
        <p:nvSpPr>
          <p:cNvPr id="3" name="Subtitle 2"/>
          <p:cNvSpPr>
            <a:spLocks noGrp="1"/>
          </p:cNvSpPr>
          <p:nvPr>
            <p:ph type="subTitle" idx="1"/>
          </p:nvPr>
        </p:nvSpPr>
        <p:spPr>
          <a:xfrm>
            <a:off x="6583363" y="18653125"/>
            <a:ext cx="30724475" cy="84137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F3F3F517-57CE-608F-13CC-0BDD5E0CA798}"/>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5480C1B8-493C-9460-D51B-D220A437488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770CAEE6-AE22-B89B-E74F-231974CC3A89}"/>
              </a:ext>
            </a:extLst>
          </p:cNvPr>
          <p:cNvSpPr>
            <a:spLocks noGrp="1" noChangeArrowheads="1"/>
          </p:cNvSpPr>
          <p:nvPr>
            <p:ph type="sldNum" sz="quarter" idx="12"/>
          </p:nvPr>
        </p:nvSpPr>
        <p:spPr>
          <a:ln/>
        </p:spPr>
        <p:txBody>
          <a:bodyPr/>
          <a:lstStyle>
            <a:lvl1pPr>
              <a:defRPr/>
            </a:lvl1pPr>
          </a:lstStyle>
          <a:p>
            <a:pPr>
              <a:defRPr/>
            </a:pPr>
            <a:fld id="{1B8A485E-636A-421C-843A-4879AAEF8279}" type="slidenum">
              <a:rPr lang="en-US" altLang="en-US"/>
              <a:pPr>
                <a:defRPr/>
              </a:pPr>
              <a:t>‹#›</a:t>
            </a:fld>
            <a:endParaRPr lang="en-US" altLang="en-US"/>
          </a:p>
        </p:txBody>
      </p:sp>
    </p:spTree>
    <p:extLst>
      <p:ext uri="{BB962C8B-B14F-4D97-AF65-F5344CB8AC3E}">
        <p14:creationId xmlns:p14="http://schemas.microsoft.com/office/powerpoint/2010/main" val="26764158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61156D2C-14D3-9404-A80A-076A12AA68BF}"/>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D8691481-FEB7-64D6-A26F-95FA47BAE51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56B99848-B7EF-2D7E-075C-1366C464E0DA}"/>
              </a:ext>
            </a:extLst>
          </p:cNvPr>
          <p:cNvSpPr>
            <a:spLocks noGrp="1" noChangeArrowheads="1"/>
          </p:cNvSpPr>
          <p:nvPr>
            <p:ph type="sldNum" sz="quarter" idx="12"/>
          </p:nvPr>
        </p:nvSpPr>
        <p:spPr>
          <a:ln/>
        </p:spPr>
        <p:txBody>
          <a:bodyPr/>
          <a:lstStyle>
            <a:lvl1pPr>
              <a:defRPr/>
            </a:lvl1pPr>
          </a:lstStyle>
          <a:p>
            <a:pPr>
              <a:defRPr/>
            </a:pPr>
            <a:fld id="{855B5B5E-2A98-41CF-B788-28F090A80034}" type="slidenum">
              <a:rPr lang="en-US" altLang="en-US"/>
              <a:pPr>
                <a:defRPr/>
              </a:pPr>
              <a:t>‹#›</a:t>
            </a:fld>
            <a:endParaRPr lang="en-US" altLang="en-US"/>
          </a:p>
        </p:txBody>
      </p:sp>
    </p:spTree>
    <p:extLst>
      <p:ext uri="{BB962C8B-B14F-4D97-AF65-F5344CB8AC3E}">
        <p14:creationId xmlns:p14="http://schemas.microsoft.com/office/powerpoint/2010/main" val="23528894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0" y="21153438"/>
            <a:ext cx="37307838" cy="653732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3467100" y="13952538"/>
            <a:ext cx="37307838" cy="72009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32DDC644-94CD-C6F2-3942-4F5DBC678755}"/>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0B720DD9-CF69-F035-F644-19510D61E61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72F78A74-8553-08DA-0A4C-DB282D988AE1}"/>
              </a:ext>
            </a:extLst>
          </p:cNvPr>
          <p:cNvSpPr>
            <a:spLocks noGrp="1" noChangeArrowheads="1"/>
          </p:cNvSpPr>
          <p:nvPr>
            <p:ph type="sldNum" sz="quarter" idx="12"/>
          </p:nvPr>
        </p:nvSpPr>
        <p:spPr>
          <a:ln/>
        </p:spPr>
        <p:txBody>
          <a:bodyPr/>
          <a:lstStyle>
            <a:lvl1pPr>
              <a:defRPr/>
            </a:lvl1pPr>
          </a:lstStyle>
          <a:p>
            <a:pPr>
              <a:defRPr/>
            </a:pPr>
            <a:fld id="{5F292DB8-9C45-4ECC-B9A0-9AFEECECED27}" type="slidenum">
              <a:rPr lang="en-US" altLang="en-US"/>
              <a:pPr>
                <a:defRPr/>
              </a:pPr>
              <a:t>‹#›</a:t>
            </a:fld>
            <a:endParaRPr lang="en-US" altLang="en-US"/>
          </a:p>
        </p:txBody>
      </p:sp>
    </p:spTree>
    <p:extLst>
      <p:ext uri="{BB962C8B-B14F-4D97-AF65-F5344CB8AC3E}">
        <p14:creationId xmlns:p14="http://schemas.microsoft.com/office/powerpoint/2010/main" val="36638940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193925" y="7680325"/>
            <a:ext cx="19675475" cy="217249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021800" y="7680325"/>
            <a:ext cx="19675475" cy="217249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48E52A26-698F-0EE2-F6B8-8AB59FE254C9}"/>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7C5700C3-1215-F0CD-592B-D87EC925CAD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B2F55C86-F1E9-C7F9-3006-BF6EB22146DA}"/>
              </a:ext>
            </a:extLst>
          </p:cNvPr>
          <p:cNvSpPr>
            <a:spLocks noGrp="1" noChangeArrowheads="1"/>
          </p:cNvSpPr>
          <p:nvPr>
            <p:ph type="sldNum" sz="quarter" idx="12"/>
          </p:nvPr>
        </p:nvSpPr>
        <p:spPr>
          <a:ln/>
        </p:spPr>
        <p:txBody>
          <a:bodyPr/>
          <a:lstStyle>
            <a:lvl1pPr>
              <a:defRPr/>
            </a:lvl1pPr>
          </a:lstStyle>
          <a:p>
            <a:pPr>
              <a:defRPr/>
            </a:pPr>
            <a:fld id="{08F40DCA-B43A-4A18-95DA-667457EE9A68}" type="slidenum">
              <a:rPr lang="en-US" altLang="en-US"/>
              <a:pPr>
                <a:defRPr/>
              </a:pPr>
              <a:t>‹#›</a:t>
            </a:fld>
            <a:endParaRPr lang="en-US" altLang="en-US"/>
          </a:p>
        </p:txBody>
      </p:sp>
    </p:spTree>
    <p:extLst>
      <p:ext uri="{BB962C8B-B14F-4D97-AF65-F5344CB8AC3E}">
        <p14:creationId xmlns:p14="http://schemas.microsoft.com/office/powerpoint/2010/main" val="4590556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3925" y="7369175"/>
            <a:ext cx="19392900" cy="30702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193925" y="10439400"/>
            <a:ext cx="19392900" cy="189658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438" y="7369175"/>
            <a:ext cx="19400837" cy="30702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22296438" y="10439400"/>
            <a:ext cx="19400837" cy="189658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8D2E82EE-3ED8-A98D-A7A1-2C36F68BA3AA}"/>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848BD736-CAF8-BD20-8FED-D1E902880FB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76FA18B9-70C7-D472-13B1-B5F9C04F2B6D}"/>
              </a:ext>
            </a:extLst>
          </p:cNvPr>
          <p:cNvSpPr>
            <a:spLocks noGrp="1" noChangeArrowheads="1"/>
          </p:cNvSpPr>
          <p:nvPr>
            <p:ph type="sldNum" sz="quarter" idx="12"/>
          </p:nvPr>
        </p:nvSpPr>
        <p:spPr>
          <a:ln/>
        </p:spPr>
        <p:txBody>
          <a:bodyPr/>
          <a:lstStyle>
            <a:lvl1pPr>
              <a:defRPr/>
            </a:lvl1pPr>
          </a:lstStyle>
          <a:p>
            <a:pPr>
              <a:defRPr/>
            </a:pPr>
            <a:fld id="{B50224F6-A447-4D51-814E-599A95D14FE0}" type="slidenum">
              <a:rPr lang="en-US" altLang="en-US"/>
              <a:pPr>
                <a:defRPr/>
              </a:pPr>
              <a:t>‹#›</a:t>
            </a:fld>
            <a:endParaRPr lang="en-US" altLang="en-US"/>
          </a:p>
        </p:txBody>
      </p:sp>
    </p:spTree>
    <p:extLst>
      <p:ext uri="{BB962C8B-B14F-4D97-AF65-F5344CB8AC3E}">
        <p14:creationId xmlns:p14="http://schemas.microsoft.com/office/powerpoint/2010/main" val="24444786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DE284207-7401-38AF-DDDE-FA85013D6504}"/>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CC9EB0DA-7F1F-B7F3-EAE8-F19C9AC79F6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B6ECACA7-E54E-6D9F-52DB-EF1CCEC2FE88}"/>
              </a:ext>
            </a:extLst>
          </p:cNvPr>
          <p:cNvSpPr>
            <a:spLocks noGrp="1" noChangeArrowheads="1"/>
          </p:cNvSpPr>
          <p:nvPr>
            <p:ph type="sldNum" sz="quarter" idx="12"/>
          </p:nvPr>
        </p:nvSpPr>
        <p:spPr>
          <a:ln/>
        </p:spPr>
        <p:txBody>
          <a:bodyPr/>
          <a:lstStyle>
            <a:lvl1pPr>
              <a:defRPr/>
            </a:lvl1pPr>
          </a:lstStyle>
          <a:p>
            <a:pPr>
              <a:defRPr/>
            </a:pPr>
            <a:fld id="{6CFD6D5D-DCE7-437E-88A5-464F0B5677FF}" type="slidenum">
              <a:rPr lang="en-US" altLang="en-US"/>
              <a:pPr>
                <a:defRPr/>
              </a:pPr>
              <a:t>‹#›</a:t>
            </a:fld>
            <a:endParaRPr lang="en-US" altLang="en-US"/>
          </a:p>
        </p:txBody>
      </p:sp>
    </p:spTree>
    <p:extLst>
      <p:ext uri="{BB962C8B-B14F-4D97-AF65-F5344CB8AC3E}">
        <p14:creationId xmlns:p14="http://schemas.microsoft.com/office/powerpoint/2010/main" val="985565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EA94ED7E-AE56-B9C2-CECB-850E790DF321}"/>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C6037ADD-052F-C2DA-A3F4-21B75ED26EE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996AFE1B-C3CE-5613-A785-E027FCC10397}"/>
              </a:ext>
            </a:extLst>
          </p:cNvPr>
          <p:cNvSpPr>
            <a:spLocks noGrp="1" noChangeArrowheads="1"/>
          </p:cNvSpPr>
          <p:nvPr>
            <p:ph type="sldNum" sz="quarter" idx="12"/>
          </p:nvPr>
        </p:nvSpPr>
        <p:spPr>
          <a:ln/>
        </p:spPr>
        <p:txBody>
          <a:bodyPr/>
          <a:lstStyle>
            <a:lvl1pPr>
              <a:defRPr/>
            </a:lvl1pPr>
          </a:lstStyle>
          <a:p>
            <a:pPr>
              <a:defRPr/>
            </a:pPr>
            <a:fld id="{BA3ED12A-5482-44AC-B612-EC71C1C93CD1}" type="slidenum">
              <a:rPr lang="en-US" altLang="en-US"/>
              <a:pPr>
                <a:defRPr/>
              </a:pPr>
              <a:t>‹#›</a:t>
            </a:fld>
            <a:endParaRPr lang="en-US" altLang="en-US"/>
          </a:p>
        </p:txBody>
      </p:sp>
    </p:spTree>
    <p:extLst>
      <p:ext uri="{BB962C8B-B14F-4D97-AF65-F5344CB8AC3E}">
        <p14:creationId xmlns:p14="http://schemas.microsoft.com/office/powerpoint/2010/main" val="22709388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3925" y="1311275"/>
            <a:ext cx="14439900" cy="557688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17160875" y="1311275"/>
            <a:ext cx="24536400" cy="2809398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3925" y="6888163"/>
            <a:ext cx="14439900" cy="225171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E81ACA65-AADA-B3C8-9322-E56B01D13DA8}"/>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F42AACD7-BDD0-904E-8651-BD4E64E4FA1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BD8C1844-8184-6193-2507-7DD20F2E4BB5}"/>
              </a:ext>
            </a:extLst>
          </p:cNvPr>
          <p:cNvSpPr>
            <a:spLocks noGrp="1" noChangeArrowheads="1"/>
          </p:cNvSpPr>
          <p:nvPr>
            <p:ph type="sldNum" sz="quarter" idx="12"/>
          </p:nvPr>
        </p:nvSpPr>
        <p:spPr>
          <a:ln/>
        </p:spPr>
        <p:txBody>
          <a:bodyPr/>
          <a:lstStyle>
            <a:lvl1pPr>
              <a:defRPr/>
            </a:lvl1pPr>
          </a:lstStyle>
          <a:p>
            <a:pPr>
              <a:defRPr/>
            </a:pPr>
            <a:fld id="{C29443C5-3F95-4D70-A9DA-5E87C73CD474}" type="slidenum">
              <a:rPr lang="en-US" altLang="en-US"/>
              <a:pPr>
                <a:defRPr/>
              </a:pPr>
              <a:t>‹#›</a:t>
            </a:fld>
            <a:endParaRPr lang="en-US" altLang="en-US"/>
          </a:p>
        </p:txBody>
      </p:sp>
    </p:spTree>
    <p:extLst>
      <p:ext uri="{BB962C8B-B14F-4D97-AF65-F5344CB8AC3E}">
        <p14:creationId xmlns:p14="http://schemas.microsoft.com/office/powerpoint/2010/main" val="17347420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663" y="23042563"/>
            <a:ext cx="26335037" cy="2720975"/>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8602663" y="2941638"/>
            <a:ext cx="26335037" cy="197500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8602663" y="25763538"/>
            <a:ext cx="26335037" cy="38623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94C1DFA7-F331-487B-7273-005E02CE4E5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62EDE78A-7191-94FB-D410-19D9A5D1962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E02B3953-23F1-68F0-82E7-269539A5E60B}"/>
              </a:ext>
            </a:extLst>
          </p:cNvPr>
          <p:cNvSpPr>
            <a:spLocks noGrp="1" noChangeArrowheads="1"/>
          </p:cNvSpPr>
          <p:nvPr>
            <p:ph type="sldNum" sz="quarter" idx="12"/>
          </p:nvPr>
        </p:nvSpPr>
        <p:spPr>
          <a:ln/>
        </p:spPr>
        <p:txBody>
          <a:bodyPr/>
          <a:lstStyle>
            <a:lvl1pPr>
              <a:defRPr/>
            </a:lvl1pPr>
          </a:lstStyle>
          <a:p>
            <a:pPr>
              <a:defRPr/>
            </a:pPr>
            <a:fld id="{DAE86101-0E21-416F-9F7A-63EC4A84EF05}" type="slidenum">
              <a:rPr lang="en-US" altLang="en-US"/>
              <a:pPr>
                <a:defRPr/>
              </a:pPr>
              <a:t>‹#›</a:t>
            </a:fld>
            <a:endParaRPr lang="en-US" altLang="en-US"/>
          </a:p>
        </p:txBody>
      </p:sp>
    </p:spTree>
    <p:extLst>
      <p:ext uri="{BB962C8B-B14F-4D97-AF65-F5344CB8AC3E}">
        <p14:creationId xmlns:p14="http://schemas.microsoft.com/office/powerpoint/2010/main" val="4139074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E239B4F5-BFA8-0C13-165F-62F99BAD7FE8}"/>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0438AD29-F2D2-70A7-9520-A5D1DE74F92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99A882D7-D7F9-7598-02C4-67C68DD32788}"/>
              </a:ext>
            </a:extLst>
          </p:cNvPr>
          <p:cNvSpPr>
            <a:spLocks noGrp="1" noChangeArrowheads="1"/>
          </p:cNvSpPr>
          <p:nvPr>
            <p:ph type="sldNum" sz="quarter" idx="12"/>
          </p:nvPr>
        </p:nvSpPr>
        <p:spPr>
          <a:ln/>
        </p:spPr>
        <p:txBody>
          <a:bodyPr/>
          <a:lstStyle>
            <a:lvl1pPr>
              <a:defRPr/>
            </a:lvl1pPr>
          </a:lstStyle>
          <a:p>
            <a:pPr>
              <a:defRPr/>
            </a:pPr>
            <a:fld id="{0EFCA939-C7B9-440B-B84C-D0805B3A1EB7}" type="slidenum">
              <a:rPr lang="en-US" altLang="en-US"/>
              <a:pPr>
                <a:defRPr/>
              </a:pPr>
              <a:t>‹#›</a:t>
            </a:fld>
            <a:endParaRPr lang="en-US" altLang="en-US"/>
          </a:p>
        </p:txBody>
      </p:sp>
    </p:spTree>
    <p:extLst>
      <p:ext uri="{BB962C8B-B14F-4D97-AF65-F5344CB8AC3E}">
        <p14:creationId xmlns:p14="http://schemas.microsoft.com/office/powerpoint/2010/main" val="37314649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821438" y="1317625"/>
            <a:ext cx="9875837" cy="280876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193925" y="1317625"/>
            <a:ext cx="29475113" cy="280876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C38A4DAC-1922-7E8F-E2D4-BE41EE2EAEEA}"/>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780F7855-E4A1-BE08-404B-4795BEB8185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66C68508-7E73-9221-B848-796CF83D0A2E}"/>
              </a:ext>
            </a:extLst>
          </p:cNvPr>
          <p:cNvSpPr>
            <a:spLocks noGrp="1" noChangeArrowheads="1"/>
          </p:cNvSpPr>
          <p:nvPr>
            <p:ph type="sldNum" sz="quarter" idx="12"/>
          </p:nvPr>
        </p:nvSpPr>
        <p:spPr>
          <a:ln/>
        </p:spPr>
        <p:txBody>
          <a:bodyPr/>
          <a:lstStyle>
            <a:lvl1pPr>
              <a:defRPr/>
            </a:lvl1pPr>
          </a:lstStyle>
          <a:p>
            <a:pPr>
              <a:defRPr/>
            </a:pPr>
            <a:fld id="{BD05532A-1F84-4BB3-AD84-5D2B45FBE5F0}" type="slidenum">
              <a:rPr lang="en-US" altLang="en-US"/>
              <a:pPr>
                <a:defRPr/>
              </a:pPr>
              <a:t>‹#›</a:t>
            </a:fld>
            <a:endParaRPr lang="en-US" altLang="en-US"/>
          </a:p>
        </p:txBody>
      </p:sp>
    </p:spTree>
    <p:extLst>
      <p:ext uri="{BB962C8B-B14F-4D97-AF65-F5344CB8AC3E}">
        <p14:creationId xmlns:p14="http://schemas.microsoft.com/office/powerpoint/2010/main" val="15988038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6C999D17-214D-6B37-93BE-553CAE8BB9D9}"/>
              </a:ext>
            </a:extLst>
          </p:cNvPr>
          <p:cNvSpPr>
            <a:spLocks noGrp="1" noChangeArrowheads="1"/>
          </p:cNvSpPr>
          <p:nvPr>
            <p:ph type="title"/>
          </p:nvPr>
        </p:nvSpPr>
        <p:spPr bwMode="auto">
          <a:xfrm>
            <a:off x="2193925" y="1317625"/>
            <a:ext cx="3950335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38912" tIns="219456" rIns="438912" bIns="219456"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0C9FCB5C-0C77-B54F-CA91-295292C8E354}"/>
              </a:ext>
            </a:extLst>
          </p:cNvPr>
          <p:cNvSpPr>
            <a:spLocks noGrp="1" noChangeArrowheads="1"/>
          </p:cNvSpPr>
          <p:nvPr>
            <p:ph type="body" idx="1"/>
          </p:nvPr>
        </p:nvSpPr>
        <p:spPr bwMode="auto">
          <a:xfrm>
            <a:off x="2193925" y="7680325"/>
            <a:ext cx="39503350" cy="21724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38912" tIns="219456" rIns="438912" bIns="219456"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95B7BB4D-1976-37CA-D4A4-C202A4D9087C}"/>
              </a:ext>
            </a:extLst>
          </p:cNvPr>
          <p:cNvSpPr>
            <a:spLocks noGrp="1" noChangeArrowheads="1"/>
          </p:cNvSpPr>
          <p:nvPr>
            <p:ph type="dt" sz="half" idx="2"/>
          </p:nvPr>
        </p:nvSpPr>
        <p:spPr bwMode="auto">
          <a:xfrm>
            <a:off x="2193925" y="29976763"/>
            <a:ext cx="10242550" cy="2286000"/>
          </a:xfrm>
          <a:prstGeom prst="rect">
            <a:avLst/>
          </a:prstGeom>
          <a:noFill/>
          <a:ln w="9525">
            <a:noFill/>
            <a:miter lim="800000"/>
            <a:headEnd/>
            <a:tailEnd/>
          </a:ln>
          <a:effectLst/>
        </p:spPr>
        <p:txBody>
          <a:bodyPr vert="horz" wrap="square" lIns="438912" tIns="219456" rIns="438912" bIns="219456" numCol="1" anchor="t" anchorCtr="0" compatLnSpc="1">
            <a:prstTxWarp prst="textNoShape">
              <a:avLst/>
            </a:prstTxWarp>
          </a:bodyPr>
          <a:lstStyle>
            <a:lvl1pPr eaLnBrk="1" hangingPunct="1">
              <a:defRPr sz="6700">
                <a:latin typeface="Arial" charset="0"/>
                <a:ea typeface="+mn-ea"/>
              </a:defRPr>
            </a:lvl1pPr>
          </a:lstStyle>
          <a:p>
            <a:pPr>
              <a:defRPr/>
            </a:pPr>
            <a:endParaRPr lang="en-US"/>
          </a:p>
        </p:txBody>
      </p:sp>
      <p:sp>
        <p:nvSpPr>
          <p:cNvPr id="1029" name="Rectangle 5">
            <a:extLst>
              <a:ext uri="{FF2B5EF4-FFF2-40B4-BE49-F238E27FC236}">
                <a16:creationId xmlns:a16="http://schemas.microsoft.com/office/drawing/2014/main" id="{438A9B36-C292-657E-78B7-183DFEF72113}"/>
              </a:ext>
            </a:extLst>
          </p:cNvPr>
          <p:cNvSpPr>
            <a:spLocks noGrp="1" noChangeArrowheads="1"/>
          </p:cNvSpPr>
          <p:nvPr>
            <p:ph type="ftr" sz="quarter" idx="3"/>
          </p:nvPr>
        </p:nvSpPr>
        <p:spPr bwMode="auto">
          <a:xfrm>
            <a:off x="14995525" y="29976763"/>
            <a:ext cx="13900150" cy="2286000"/>
          </a:xfrm>
          <a:prstGeom prst="rect">
            <a:avLst/>
          </a:prstGeom>
          <a:noFill/>
          <a:ln w="9525">
            <a:noFill/>
            <a:miter lim="800000"/>
            <a:headEnd/>
            <a:tailEnd/>
          </a:ln>
          <a:effectLst/>
        </p:spPr>
        <p:txBody>
          <a:bodyPr vert="horz" wrap="square" lIns="438912" tIns="219456" rIns="438912" bIns="219456" numCol="1" anchor="t" anchorCtr="0" compatLnSpc="1">
            <a:prstTxWarp prst="textNoShape">
              <a:avLst/>
            </a:prstTxWarp>
          </a:bodyPr>
          <a:lstStyle>
            <a:lvl1pPr algn="ctr" eaLnBrk="1" hangingPunct="1">
              <a:defRPr sz="6700">
                <a:latin typeface="Arial" charset="0"/>
                <a:ea typeface="+mn-ea"/>
              </a:defRPr>
            </a:lvl1pPr>
          </a:lstStyle>
          <a:p>
            <a:pPr>
              <a:defRPr/>
            </a:pPr>
            <a:endParaRPr lang="en-US"/>
          </a:p>
        </p:txBody>
      </p:sp>
      <p:sp>
        <p:nvSpPr>
          <p:cNvPr id="1030" name="Rectangle 6">
            <a:extLst>
              <a:ext uri="{FF2B5EF4-FFF2-40B4-BE49-F238E27FC236}">
                <a16:creationId xmlns:a16="http://schemas.microsoft.com/office/drawing/2014/main" id="{CCABF087-1C64-2D68-1047-B01D37A9E5F5}"/>
              </a:ext>
            </a:extLst>
          </p:cNvPr>
          <p:cNvSpPr>
            <a:spLocks noGrp="1" noChangeArrowheads="1"/>
          </p:cNvSpPr>
          <p:nvPr>
            <p:ph type="sldNum" sz="quarter" idx="4"/>
          </p:nvPr>
        </p:nvSpPr>
        <p:spPr bwMode="auto">
          <a:xfrm>
            <a:off x="31454725" y="29976763"/>
            <a:ext cx="10242550" cy="2286000"/>
          </a:xfrm>
          <a:prstGeom prst="rect">
            <a:avLst/>
          </a:prstGeom>
          <a:noFill/>
          <a:ln w="9525">
            <a:noFill/>
            <a:miter lim="800000"/>
            <a:headEnd/>
            <a:tailEnd/>
          </a:ln>
          <a:effectLst/>
        </p:spPr>
        <p:txBody>
          <a:bodyPr vert="horz" wrap="square" lIns="438912" tIns="219456" rIns="438912" bIns="219456" numCol="1" anchor="t" anchorCtr="0" compatLnSpc="1">
            <a:prstTxWarp prst="textNoShape">
              <a:avLst/>
            </a:prstTxWarp>
          </a:bodyPr>
          <a:lstStyle>
            <a:lvl1pPr algn="r" eaLnBrk="1" hangingPunct="1">
              <a:defRPr sz="6700">
                <a:ea typeface="ＭＳ Ｐゴシック" panose="020B0600070205080204" pitchFamily="34" charset="-128"/>
              </a:defRPr>
            </a:lvl1pPr>
          </a:lstStyle>
          <a:p>
            <a:pPr>
              <a:defRPr/>
            </a:pPr>
            <a:fld id="{280C361D-31EA-4CDD-9E1B-E752AB8EE5CE}"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389438" rtl="0" eaLnBrk="0" fontAlgn="base" hangingPunct="0">
        <a:spcBef>
          <a:spcPct val="0"/>
        </a:spcBef>
        <a:spcAft>
          <a:spcPct val="0"/>
        </a:spcAft>
        <a:defRPr sz="21100">
          <a:solidFill>
            <a:schemeClr val="tx2"/>
          </a:solidFill>
          <a:latin typeface="+mj-lt"/>
          <a:ea typeface="MS PGothic" panose="020B0600070205080204" pitchFamily="34" charset="-128"/>
          <a:cs typeface="+mj-cs"/>
        </a:defRPr>
      </a:lvl1pPr>
      <a:lvl2pPr algn="ctr" defTabSz="4389438" rtl="0" eaLnBrk="0" fontAlgn="base" hangingPunct="0">
        <a:spcBef>
          <a:spcPct val="0"/>
        </a:spcBef>
        <a:spcAft>
          <a:spcPct val="0"/>
        </a:spcAft>
        <a:defRPr sz="21100">
          <a:solidFill>
            <a:schemeClr val="tx2"/>
          </a:solidFill>
          <a:latin typeface="Arial" charset="0"/>
          <a:ea typeface="MS PGothic" panose="020B0600070205080204" pitchFamily="34" charset="-128"/>
        </a:defRPr>
      </a:lvl2pPr>
      <a:lvl3pPr algn="ctr" defTabSz="4389438" rtl="0" eaLnBrk="0" fontAlgn="base" hangingPunct="0">
        <a:spcBef>
          <a:spcPct val="0"/>
        </a:spcBef>
        <a:spcAft>
          <a:spcPct val="0"/>
        </a:spcAft>
        <a:defRPr sz="21100">
          <a:solidFill>
            <a:schemeClr val="tx2"/>
          </a:solidFill>
          <a:latin typeface="Arial" charset="0"/>
          <a:ea typeface="MS PGothic" panose="020B0600070205080204" pitchFamily="34" charset="-128"/>
        </a:defRPr>
      </a:lvl3pPr>
      <a:lvl4pPr algn="ctr" defTabSz="4389438" rtl="0" eaLnBrk="0" fontAlgn="base" hangingPunct="0">
        <a:spcBef>
          <a:spcPct val="0"/>
        </a:spcBef>
        <a:spcAft>
          <a:spcPct val="0"/>
        </a:spcAft>
        <a:defRPr sz="21100">
          <a:solidFill>
            <a:schemeClr val="tx2"/>
          </a:solidFill>
          <a:latin typeface="Arial" charset="0"/>
          <a:ea typeface="MS PGothic" panose="020B0600070205080204" pitchFamily="34" charset="-128"/>
        </a:defRPr>
      </a:lvl4pPr>
      <a:lvl5pPr algn="ctr" defTabSz="4389438" rtl="0" eaLnBrk="0" fontAlgn="base" hangingPunct="0">
        <a:spcBef>
          <a:spcPct val="0"/>
        </a:spcBef>
        <a:spcAft>
          <a:spcPct val="0"/>
        </a:spcAft>
        <a:defRPr sz="21100">
          <a:solidFill>
            <a:schemeClr val="tx2"/>
          </a:solidFill>
          <a:latin typeface="Arial" charset="0"/>
          <a:ea typeface="MS PGothic" panose="020B0600070205080204" pitchFamily="34" charset="-128"/>
        </a:defRPr>
      </a:lvl5pPr>
      <a:lvl6pPr marL="457200" algn="ctr" defTabSz="4389438" rtl="0" fontAlgn="base">
        <a:spcBef>
          <a:spcPct val="0"/>
        </a:spcBef>
        <a:spcAft>
          <a:spcPct val="0"/>
        </a:spcAft>
        <a:defRPr sz="21100">
          <a:solidFill>
            <a:schemeClr val="tx2"/>
          </a:solidFill>
          <a:latin typeface="Arial" charset="0"/>
        </a:defRPr>
      </a:lvl6pPr>
      <a:lvl7pPr marL="914400" algn="ctr" defTabSz="4389438" rtl="0" fontAlgn="base">
        <a:spcBef>
          <a:spcPct val="0"/>
        </a:spcBef>
        <a:spcAft>
          <a:spcPct val="0"/>
        </a:spcAft>
        <a:defRPr sz="21100">
          <a:solidFill>
            <a:schemeClr val="tx2"/>
          </a:solidFill>
          <a:latin typeface="Arial" charset="0"/>
        </a:defRPr>
      </a:lvl7pPr>
      <a:lvl8pPr marL="1371600" algn="ctr" defTabSz="4389438" rtl="0" fontAlgn="base">
        <a:spcBef>
          <a:spcPct val="0"/>
        </a:spcBef>
        <a:spcAft>
          <a:spcPct val="0"/>
        </a:spcAft>
        <a:defRPr sz="21100">
          <a:solidFill>
            <a:schemeClr val="tx2"/>
          </a:solidFill>
          <a:latin typeface="Arial" charset="0"/>
        </a:defRPr>
      </a:lvl8pPr>
      <a:lvl9pPr marL="1828800" algn="ctr" defTabSz="4389438" rtl="0" fontAlgn="base">
        <a:spcBef>
          <a:spcPct val="0"/>
        </a:spcBef>
        <a:spcAft>
          <a:spcPct val="0"/>
        </a:spcAft>
        <a:defRPr sz="21100">
          <a:solidFill>
            <a:schemeClr val="tx2"/>
          </a:solidFill>
          <a:latin typeface="Arial" charset="0"/>
        </a:defRPr>
      </a:lvl9pPr>
    </p:titleStyle>
    <p:bodyStyle>
      <a:lvl1pPr marL="1646238" indent="-1646238" algn="l" defTabSz="4389438" rtl="0" eaLnBrk="0" fontAlgn="base" hangingPunct="0">
        <a:spcBef>
          <a:spcPct val="20000"/>
        </a:spcBef>
        <a:spcAft>
          <a:spcPct val="0"/>
        </a:spcAft>
        <a:buChar char="•"/>
        <a:defRPr sz="15400">
          <a:solidFill>
            <a:schemeClr val="tx1"/>
          </a:solidFill>
          <a:latin typeface="+mn-lt"/>
          <a:ea typeface="MS PGothic" panose="020B0600070205080204" pitchFamily="34" charset="-128"/>
          <a:cs typeface="+mn-cs"/>
        </a:defRPr>
      </a:lvl1pPr>
      <a:lvl2pPr marL="3565525" indent="-1371600" algn="l" defTabSz="4389438" rtl="0" eaLnBrk="0" fontAlgn="base" hangingPunct="0">
        <a:spcBef>
          <a:spcPct val="20000"/>
        </a:spcBef>
        <a:spcAft>
          <a:spcPct val="0"/>
        </a:spcAft>
        <a:buChar char="–"/>
        <a:defRPr sz="13400">
          <a:solidFill>
            <a:schemeClr val="tx1"/>
          </a:solidFill>
          <a:latin typeface="+mn-lt"/>
          <a:ea typeface="MS PGothic" panose="020B0600070205080204" pitchFamily="34" charset="-128"/>
        </a:defRPr>
      </a:lvl2pPr>
      <a:lvl3pPr marL="5486400" indent="-1096963" algn="l" defTabSz="4389438" rtl="0" eaLnBrk="0" fontAlgn="base" hangingPunct="0">
        <a:spcBef>
          <a:spcPct val="20000"/>
        </a:spcBef>
        <a:spcAft>
          <a:spcPct val="0"/>
        </a:spcAft>
        <a:buChar char="•"/>
        <a:defRPr sz="11500">
          <a:solidFill>
            <a:schemeClr val="tx1"/>
          </a:solidFill>
          <a:latin typeface="+mn-lt"/>
          <a:ea typeface="MS PGothic" panose="020B0600070205080204" pitchFamily="34" charset="-128"/>
        </a:defRPr>
      </a:lvl3pPr>
      <a:lvl4pPr marL="7680325" indent="-1096963" algn="l" defTabSz="4389438" rtl="0" eaLnBrk="0" fontAlgn="base" hangingPunct="0">
        <a:spcBef>
          <a:spcPct val="20000"/>
        </a:spcBef>
        <a:spcAft>
          <a:spcPct val="0"/>
        </a:spcAft>
        <a:buChar char="–"/>
        <a:defRPr sz="9600">
          <a:solidFill>
            <a:schemeClr val="tx1"/>
          </a:solidFill>
          <a:latin typeface="+mn-lt"/>
          <a:ea typeface="MS PGothic" panose="020B0600070205080204" pitchFamily="34" charset="-128"/>
        </a:defRPr>
      </a:lvl4pPr>
      <a:lvl5pPr marL="9875838" indent="-1096963" algn="l" defTabSz="4389438" rtl="0" eaLnBrk="0" fontAlgn="base" hangingPunct="0">
        <a:spcBef>
          <a:spcPct val="20000"/>
        </a:spcBef>
        <a:spcAft>
          <a:spcPct val="0"/>
        </a:spcAft>
        <a:buChar char="»"/>
        <a:defRPr sz="9600">
          <a:solidFill>
            <a:schemeClr val="tx1"/>
          </a:solidFill>
          <a:latin typeface="+mn-lt"/>
          <a:ea typeface="MS PGothic" panose="020B0600070205080204" pitchFamily="34" charset="-128"/>
        </a:defRPr>
      </a:lvl5pPr>
      <a:lvl6pPr marL="10333038" indent="-1096963" algn="l" defTabSz="4389438" rtl="0" fontAlgn="base">
        <a:spcBef>
          <a:spcPct val="20000"/>
        </a:spcBef>
        <a:spcAft>
          <a:spcPct val="0"/>
        </a:spcAft>
        <a:buChar char="»"/>
        <a:defRPr sz="9600">
          <a:solidFill>
            <a:schemeClr val="tx1"/>
          </a:solidFill>
          <a:latin typeface="+mn-lt"/>
        </a:defRPr>
      </a:lvl6pPr>
      <a:lvl7pPr marL="10790238" indent="-1096963" algn="l" defTabSz="4389438" rtl="0" fontAlgn="base">
        <a:spcBef>
          <a:spcPct val="20000"/>
        </a:spcBef>
        <a:spcAft>
          <a:spcPct val="0"/>
        </a:spcAft>
        <a:buChar char="»"/>
        <a:defRPr sz="9600">
          <a:solidFill>
            <a:schemeClr val="tx1"/>
          </a:solidFill>
          <a:latin typeface="+mn-lt"/>
        </a:defRPr>
      </a:lvl7pPr>
      <a:lvl8pPr marL="11247438" indent="-1096963" algn="l" defTabSz="4389438" rtl="0" fontAlgn="base">
        <a:spcBef>
          <a:spcPct val="20000"/>
        </a:spcBef>
        <a:spcAft>
          <a:spcPct val="0"/>
        </a:spcAft>
        <a:buChar char="»"/>
        <a:defRPr sz="9600">
          <a:solidFill>
            <a:schemeClr val="tx1"/>
          </a:solidFill>
          <a:latin typeface="+mn-lt"/>
        </a:defRPr>
      </a:lvl8pPr>
      <a:lvl9pPr marL="11704638" indent="-1096963" algn="l" defTabSz="4389438" rtl="0" fontAlgn="base">
        <a:spcBef>
          <a:spcPct val="20000"/>
        </a:spcBef>
        <a:spcAft>
          <a:spcPct val="0"/>
        </a:spcAft>
        <a:buChar char="»"/>
        <a:defRPr sz="9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TextBox 381">
            <a:extLst>
              <a:ext uri="{FF2B5EF4-FFF2-40B4-BE49-F238E27FC236}">
                <a16:creationId xmlns:a16="http://schemas.microsoft.com/office/drawing/2014/main" id="{1AF061C4-C0EA-0DDD-29A1-23EFEBB55BC0}"/>
              </a:ext>
            </a:extLst>
          </p:cNvPr>
          <p:cNvSpPr txBox="1">
            <a:spLocks noChangeArrowheads="1"/>
          </p:cNvSpPr>
          <p:nvPr/>
        </p:nvSpPr>
        <p:spPr bwMode="auto">
          <a:xfrm>
            <a:off x="2118478" y="21276505"/>
            <a:ext cx="11366500" cy="36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6" tIns="45710" rIns="91426" bIns="45710" anchor="t">
            <a:spAutoFit/>
          </a:bodyPr>
          <a:lstStyle>
            <a:lvl1pPr defTabSz="3762375">
              <a:spcBef>
                <a:spcPct val="20000"/>
              </a:spcBef>
              <a:buChar char="•"/>
              <a:defRPr sz="15400">
                <a:solidFill>
                  <a:schemeClr val="tx1"/>
                </a:solidFill>
                <a:latin typeface="Arial" panose="020B0604020202020204" pitchFamily="34" charset="0"/>
                <a:ea typeface="MS PGothic" panose="020B0600070205080204" pitchFamily="34" charset="-128"/>
              </a:defRPr>
            </a:lvl1pPr>
            <a:lvl2pPr marL="742950" indent="-285750" defTabSz="3762375">
              <a:spcBef>
                <a:spcPct val="20000"/>
              </a:spcBef>
              <a:buChar char="–"/>
              <a:defRPr sz="13400">
                <a:solidFill>
                  <a:schemeClr val="tx1"/>
                </a:solidFill>
                <a:latin typeface="Arial" panose="020B0604020202020204" pitchFamily="34" charset="0"/>
                <a:ea typeface="MS PGothic" panose="020B0600070205080204" pitchFamily="34" charset="-128"/>
              </a:defRPr>
            </a:lvl2pPr>
            <a:lvl3pPr marL="1143000" indent="-228600" defTabSz="3762375">
              <a:spcBef>
                <a:spcPct val="20000"/>
              </a:spcBef>
              <a:buChar char="•"/>
              <a:defRPr sz="11500">
                <a:solidFill>
                  <a:schemeClr val="tx1"/>
                </a:solidFill>
                <a:latin typeface="Arial" panose="020B0604020202020204" pitchFamily="34" charset="0"/>
                <a:ea typeface="MS PGothic" panose="020B0600070205080204" pitchFamily="34" charset="-128"/>
              </a:defRPr>
            </a:lvl3pPr>
            <a:lvl4pPr marL="16002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4pPr>
            <a:lvl5pPr marL="20574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5pPr>
            <a:lvl6pPr marL="25146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6pPr>
            <a:lvl7pPr marL="29718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7pPr>
            <a:lvl8pPr marL="34290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8pPr>
            <a:lvl9pPr marL="38862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9pPr>
          </a:lstStyle>
          <a:p>
            <a:pPr algn="ctr">
              <a:spcBef>
                <a:spcPct val="50000"/>
              </a:spcBef>
              <a:buNone/>
            </a:pPr>
            <a:r>
              <a:rPr lang="en-US" sz="1800" b="1">
                <a:latin typeface="Arial"/>
                <a:ea typeface="MS PGothic"/>
                <a:cs typeface="Arial"/>
              </a:rPr>
              <a:t>Figure 1: Block diagram of a active load-pull test set-up. </a:t>
            </a:r>
            <a:endParaRPr lang="en-US" sz="1800" b="1">
              <a:ea typeface="MS PGothic"/>
              <a:cs typeface="Arial"/>
            </a:endParaRPr>
          </a:p>
        </p:txBody>
      </p:sp>
      <p:sp>
        <p:nvSpPr>
          <p:cNvPr id="3075" name="TextBox 379">
            <a:extLst>
              <a:ext uri="{FF2B5EF4-FFF2-40B4-BE49-F238E27FC236}">
                <a16:creationId xmlns:a16="http://schemas.microsoft.com/office/drawing/2014/main" id="{612544CB-04C2-10DF-3854-D508B97BB530}"/>
              </a:ext>
            </a:extLst>
          </p:cNvPr>
          <p:cNvSpPr txBox="1">
            <a:spLocks noChangeArrowheads="1"/>
          </p:cNvSpPr>
          <p:nvPr/>
        </p:nvSpPr>
        <p:spPr bwMode="auto">
          <a:xfrm>
            <a:off x="1287147" y="6263817"/>
            <a:ext cx="41757600" cy="2246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6" tIns="45710" rIns="91426" bIns="45710" anchor="t">
            <a:spAutoFit/>
          </a:bodyPr>
          <a:lstStyle>
            <a:lvl1pPr>
              <a:spcBef>
                <a:spcPct val="20000"/>
              </a:spcBef>
              <a:buChar char="•"/>
              <a:defRPr sz="154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134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115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96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9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9pPr>
          </a:lstStyle>
          <a:p>
            <a:pPr algn="just">
              <a:buNone/>
            </a:pPr>
            <a:r>
              <a:rPr lang="en-US" sz="2800" b="1">
                <a:latin typeface="Arial"/>
                <a:ea typeface="MS PGothic"/>
                <a:cs typeface="Arial"/>
              </a:rPr>
              <a:t>  Load-pull measurements are one of the most widely used test setups to support the research and development of various RF components and devices. Signal reflections, if occurred at any stage of the test system, negatively impact the characterization of devices under test. A common source causing these unwanted reflections is RF filters, which are conventionally designed to reflect energy outside their passband. Using a reflectionless filter that can suppress out-of-band reflections helps increase the accuracy of such a test setup. In this project, a high-pass reflectionless filter was designed, simulated, fabricated, and experimentally characterized, with an intended usage for testing applications covering a wide range of modern devices operating in RF/microwave spectrum up to 6 GHz. The developed filter suppresses out-of-band reflections below 2.3GHz and provides high transmission coefficients within the 2.3-6.0 GHz passband.</a:t>
            </a:r>
          </a:p>
          <a:p>
            <a:pPr algn="just">
              <a:spcBef>
                <a:spcPct val="0"/>
              </a:spcBef>
              <a:buNone/>
            </a:pPr>
            <a:endParaRPr lang="en-US" altLang="en-US" sz="2800" b="1">
              <a:cs typeface="Arial"/>
            </a:endParaRPr>
          </a:p>
        </p:txBody>
      </p:sp>
      <p:sp>
        <p:nvSpPr>
          <p:cNvPr id="3081" name="Rectangle 2">
            <a:extLst>
              <a:ext uri="{FF2B5EF4-FFF2-40B4-BE49-F238E27FC236}">
                <a16:creationId xmlns:a16="http://schemas.microsoft.com/office/drawing/2014/main" id="{A28DBD07-E9A2-26EC-C2FF-77AF032AB6F3}"/>
              </a:ext>
            </a:extLst>
          </p:cNvPr>
          <p:cNvSpPr txBox="1">
            <a:spLocks noChangeArrowheads="1"/>
          </p:cNvSpPr>
          <p:nvPr/>
        </p:nvSpPr>
        <p:spPr bwMode="auto">
          <a:xfrm>
            <a:off x="0" y="-4540"/>
            <a:ext cx="43891200" cy="4845645"/>
          </a:xfrm>
          <a:prstGeom prst="rect">
            <a:avLst/>
          </a:prstGeom>
          <a:solidFill>
            <a:srgbClr val="059033"/>
          </a:solidFill>
          <a:ln w="9525">
            <a:solidFill>
              <a:schemeClr val="tx1"/>
            </a:solidFill>
            <a:miter lim="800000"/>
            <a:headEnd/>
            <a:tailEnd/>
          </a:ln>
        </p:spPr>
        <p:txBody>
          <a:bodyPr lIns="91440" tIns="45720" rIns="91440" bIns="45720" anchor="t"/>
          <a:lstStyle>
            <a:lvl1pPr defTabSz="4389438">
              <a:spcBef>
                <a:spcPct val="20000"/>
              </a:spcBef>
              <a:buChar char="•"/>
              <a:defRPr sz="15400">
                <a:solidFill>
                  <a:schemeClr val="tx1"/>
                </a:solidFill>
                <a:latin typeface="Arial" panose="020B0604020202020204" pitchFamily="34" charset="0"/>
                <a:ea typeface="ＭＳ Ｐゴシック" panose="020B0600070205080204" pitchFamily="34" charset="-128"/>
              </a:defRPr>
            </a:lvl1pPr>
            <a:lvl2pPr marL="742950" indent="-285750" defTabSz="4389438">
              <a:spcBef>
                <a:spcPct val="20000"/>
              </a:spcBef>
              <a:buChar char="–"/>
              <a:defRPr sz="13400">
                <a:solidFill>
                  <a:schemeClr val="tx1"/>
                </a:solidFill>
                <a:latin typeface="Arial" panose="020B0604020202020204" pitchFamily="34" charset="0"/>
                <a:ea typeface="ＭＳ Ｐゴシック" panose="020B0600070205080204" pitchFamily="34" charset="-128"/>
              </a:defRPr>
            </a:lvl2pPr>
            <a:lvl3pPr marL="1143000" indent="-228600" defTabSz="4389438">
              <a:spcBef>
                <a:spcPct val="20000"/>
              </a:spcBef>
              <a:buChar char="•"/>
              <a:defRPr sz="11500">
                <a:solidFill>
                  <a:schemeClr val="tx1"/>
                </a:solidFill>
                <a:latin typeface="Arial" panose="020B0604020202020204" pitchFamily="34" charset="0"/>
                <a:ea typeface="ＭＳ Ｐゴシック" panose="020B0600070205080204" pitchFamily="34" charset="-128"/>
              </a:defRPr>
            </a:lvl3pPr>
            <a:lvl4pPr marL="1600200" indent="-228600" defTabSz="4389438">
              <a:spcBef>
                <a:spcPct val="20000"/>
              </a:spcBef>
              <a:buChar char="–"/>
              <a:defRPr sz="9600">
                <a:solidFill>
                  <a:schemeClr val="tx1"/>
                </a:solidFill>
                <a:latin typeface="Arial" panose="020B0604020202020204" pitchFamily="34" charset="0"/>
                <a:ea typeface="ＭＳ Ｐゴシック" panose="020B0600070205080204" pitchFamily="34" charset="-128"/>
              </a:defRPr>
            </a:lvl4pPr>
            <a:lvl5pPr marL="2057400" indent="-228600" defTabSz="4389438">
              <a:spcBef>
                <a:spcPct val="20000"/>
              </a:spcBef>
              <a:buChar char="»"/>
              <a:defRPr sz="9600">
                <a:solidFill>
                  <a:schemeClr val="tx1"/>
                </a:solidFill>
                <a:latin typeface="Arial" panose="020B0604020202020204" pitchFamily="34" charset="0"/>
                <a:ea typeface="ＭＳ Ｐゴシック" panose="020B0600070205080204" pitchFamily="34" charset="-128"/>
              </a:defRPr>
            </a:lvl5pPr>
            <a:lvl6pPr marL="2514600" indent="-228600" defTabSz="4389438" eaLnBrk="0" fontAlgn="base" hangingPunct="0">
              <a:spcBef>
                <a:spcPct val="20000"/>
              </a:spcBef>
              <a:spcAft>
                <a:spcPct val="0"/>
              </a:spcAft>
              <a:buChar char="»"/>
              <a:defRPr sz="9600">
                <a:solidFill>
                  <a:schemeClr val="tx1"/>
                </a:solidFill>
                <a:latin typeface="Arial" panose="020B0604020202020204" pitchFamily="34" charset="0"/>
                <a:ea typeface="ＭＳ Ｐゴシック" panose="020B0600070205080204" pitchFamily="34" charset="-128"/>
              </a:defRPr>
            </a:lvl6pPr>
            <a:lvl7pPr marL="2971800" indent="-228600" defTabSz="4389438" eaLnBrk="0" fontAlgn="base" hangingPunct="0">
              <a:spcBef>
                <a:spcPct val="20000"/>
              </a:spcBef>
              <a:spcAft>
                <a:spcPct val="0"/>
              </a:spcAft>
              <a:buChar char="»"/>
              <a:defRPr sz="9600">
                <a:solidFill>
                  <a:schemeClr val="tx1"/>
                </a:solidFill>
                <a:latin typeface="Arial" panose="020B0604020202020204" pitchFamily="34" charset="0"/>
                <a:ea typeface="ＭＳ Ｐゴシック" panose="020B0600070205080204" pitchFamily="34" charset="-128"/>
              </a:defRPr>
            </a:lvl7pPr>
            <a:lvl8pPr marL="3429000" indent="-228600" defTabSz="4389438" eaLnBrk="0" fontAlgn="base" hangingPunct="0">
              <a:spcBef>
                <a:spcPct val="20000"/>
              </a:spcBef>
              <a:spcAft>
                <a:spcPct val="0"/>
              </a:spcAft>
              <a:buChar char="»"/>
              <a:defRPr sz="9600">
                <a:solidFill>
                  <a:schemeClr val="tx1"/>
                </a:solidFill>
                <a:latin typeface="Arial" panose="020B0604020202020204" pitchFamily="34" charset="0"/>
                <a:ea typeface="ＭＳ Ｐゴシック" panose="020B0600070205080204" pitchFamily="34" charset="-128"/>
              </a:defRPr>
            </a:lvl8pPr>
            <a:lvl9pPr marL="3886200" indent="-228600" defTabSz="4389438" eaLnBrk="0" fontAlgn="base" hangingPunct="0">
              <a:spcBef>
                <a:spcPct val="20000"/>
              </a:spcBef>
              <a:spcAft>
                <a:spcPct val="0"/>
              </a:spcAft>
              <a:buChar char="»"/>
              <a:defRPr sz="9600">
                <a:solidFill>
                  <a:schemeClr val="tx1"/>
                </a:solidFill>
                <a:latin typeface="Arial" panose="020B0604020202020204" pitchFamily="34" charset="0"/>
                <a:ea typeface="ＭＳ Ｐゴシック" panose="020B0600070205080204" pitchFamily="34" charset="-128"/>
              </a:defRPr>
            </a:lvl9pPr>
          </a:lstStyle>
          <a:p>
            <a:pPr algn="ctr">
              <a:spcBef>
                <a:spcPct val="0"/>
              </a:spcBef>
              <a:buNone/>
              <a:defRPr/>
            </a:pPr>
            <a:r>
              <a:rPr lang="en-US" sz="6600" b="1" dirty="0">
                <a:solidFill>
                  <a:srgbClr val="FF9900"/>
                </a:solidFill>
                <a:latin typeface="Arial"/>
                <a:ea typeface="ＭＳ Ｐゴシック"/>
                <a:cs typeface="Arial"/>
              </a:rPr>
              <a:t>A Reflectionless Filter for Load-pull Measurements: Design, Simulation, &amp; Experimental Characterization</a:t>
            </a:r>
            <a:endParaRPr lang="en-US" sz="6600" dirty="0">
              <a:solidFill>
                <a:srgbClr val="000000"/>
              </a:solidFill>
              <a:cs typeface="Arial" panose="020B0604020202020204" pitchFamily="34" charset="0"/>
            </a:endParaRPr>
          </a:p>
          <a:p>
            <a:pPr algn="ctr">
              <a:spcBef>
                <a:spcPct val="0"/>
              </a:spcBef>
              <a:buNone/>
              <a:defRPr/>
            </a:pPr>
            <a:r>
              <a:rPr lang="en-US" altLang="en-US" sz="4900" b="1" dirty="0">
                <a:solidFill>
                  <a:srgbClr val="FF9900"/>
                </a:solidFill>
                <a:latin typeface="Arial"/>
                <a:ea typeface="ＭＳ Ｐゴシック"/>
                <a:cs typeface="Arial"/>
              </a:rPr>
              <a:t> </a:t>
            </a:r>
            <a:r>
              <a:rPr lang="en-US" altLang="en-US" sz="5300" b="1" dirty="0">
                <a:solidFill>
                  <a:srgbClr val="FF9900"/>
                </a:solidFill>
                <a:latin typeface="Arial"/>
                <a:ea typeface="ＭＳ Ｐゴシック"/>
                <a:cs typeface="Arial"/>
              </a:rPr>
              <a:t>Robert Valois, Eli Gabaldon &amp; Olasubomi </a:t>
            </a:r>
            <a:r>
              <a:rPr lang="en-US" altLang="en-US" sz="5300" b="1" dirty="0" err="1">
                <a:solidFill>
                  <a:srgbClr val="FF9900"/>
                </a:solidFill>
                <a:latin typeface="Arial"/>
                <a:ea typeface="ＭＳ Ｐゴシック"/>
                <a:cs typeface="Arial"/>
              </a:rPr>
              <a:t>Borishade</a:t>
            </a:r>
            <a:endParaRPr lang="en-US" dirty="0" err="1">
              <a:cs typeface="Arial"/>
            </a:endParaRPr>
          </a:p>
          <a:p>
            <a:pPr algn="ctr" eaLnBrk="1" hangingPunct="1">
              <a:spcBef>
                <a:spcPct val="0"/>
              </a:spcBef>
              <a:buNone/>
              <a:defRPr/>
            </a:pPr>
            <a:r>
              <a:rPr lang="en-US" altLang="en-US" sz="5300" b="1" dirty="0">
                <a:solidFill>
                  <a:srgbClr val="FF9900"/>
                </a:solidFill>
                <a:latin typeface="Arial"/>
                <a:ea typeface="ＭＳ Ｐゴシック"/>
                <a:cs typeface="Arial"/>
              </a:rPr>
              <a:t>Advisor: Dr. Hung Luyen</a:t>
            </a:r>
            <a:br>
              <a:rPr lang="en-US" altLang="en-US" sz="6000" b="1" dirty="0"/>
            </a:br>
            <a:r>
              <a:rPr lang="en-US" altLang="en-US" sz="6000" b="1" i="1" dirty="0">
                <a:solidFill>
                  <a:schemeClr val="bg1"/>
                </a:solidFill>
                <a:latin typeface="Arial"/>
                <a:ea typeface="ＭＳ Ｐゴシック"/>
                <a:cs typeface="Arial"/>
              </a:rPr>
              <a:t>UNT Department of Electrical Engineering Denton, Texas </a:t>
            </a:r>
            <a:endParaRPr lang="en-US" altLang="en-US" sz="5300" b="1" i="1" dirty="0">
              <a:solidFill>
                <a:schemeClr val="bg1"/>
              </a:solidFill>
              <a:latin typeface="Arial"/>
              <a:ea typeface="ＭＳ Ｐゴシック"/>
              <a:cs typeface="Arial"/>
            </a:endParaRPr>
          </a:p>
          <a:p>
            <a:pPr algn="ctr">
              <a:spcBef>
                <a:spcPct val="0"/>
              </a:spcBef>
              <a:buNone/>
              <a:defRPr/>
            </a:pPr>
            <a:r>
              <a:rPr lang="en-US" altLang="en-US" sz="6000" b="1" i="1" dirty="0">
                <a:solidFill>
                  <a:schemeClr val="bg1"/>
                </a:solidFill>
                <a:latin typeface="Arial"/>
                <a:ea typeface="ＭＳ Ｐゴシック"/>
                <a:cs typeface="Arial"/>
              </a:rPr>
              <a:t>Fall 2024</a:t>
            </a:r>
            <a:endParaRPr lang="en-US" altLang="en-US" sz="5300" b="1" i="1" dirty="0">
              <a:solidFill>
                <a:schemeClr val="bg1"/>
              </a:solidFill>
              <a:latin typeface="Arial"/>
              <a:ea typeface="ＭＳ Ｐゴシック"/>
              <a:cs typeface="Arial"/>
            </a:endParaRPr>
          </a:p>
        </p:txBody>
      </p:sp>
      <p:sp>
        <p:nvSpPr>
          <p:cNvPr id="3085" name="Rectangle 167">
            <a:extLst>
              <a:ext uri="{FF2B5EF4-FFF2-40B4-BE49-F238E27FC236}">
                <a16:creationId xmlns:a16="http://schemas.microsoft.com/office/drawing/2014/main" id="{D40B4EC7-9D60-2DEB-AC57-476EB5E95DA3}"/>
              </a:ext>
            </a:extLst>
          </p:cNvPr>
          <p:cNvSpPr>
            <a:spLocks noChangeArrowheads="1"/>
          </p:cNvSpPr>
          <p:nvPr/>
        </p:nvSpPr>
        <p:spPr bwMode="auto">
          <a:xfrm>
            <a:off x="16765588" y="5002909"/>
            <a:ext cx="10360025" cy="1031875"/>
          </a:xfrm>
          <a:prstGeom prst="rect">
            <a:avLst/>
          </a:prstGeom>
          <a:solidFill>
            <a:srgbClr val="059033"/>
          </a:solidFill>
          <a:ln>
            <a:headEnd/>
            <a:tailEnd/>
          </a:ln>
        </p:spPr>
        <p:style>
          <a:lnRef idx="1">
            <a:schemeClr val="accent1"/>
          </a:lnRef>
          <a:fillRef idx="3">
            <a:schemeClr val="accent1"/>
          </a:fillRef>
          <a:effectRef idx="2">
            <a:schemeClr val="accent1"/>
          </a:effectRef>
          <a:fontRef idx="minor">
            <a:schemeClr val="lt1"/>
          </a:fontRef>
        </p:style>
        <p:txBody>
          <a:bodyPr wrap="none" lIns="137160" tIns="68580" rIns="137160" bIns="68580" anchor="ctr"/>
          <a:lstStyle>
            <a:lvl1pPr defTabSz="3762375">
              <a:spcBef>
                <a:spcPct val="20000"/>
              </a:spcBef>
              <a:buChar char="•"/>
              <a:defRPr sz="15400">
                <a:solidFill>
                  <a:schemeClr val="tx1"/>
                </a:solidFill>
                <a:latin typeface="Arial" panose="020B0604020202020204" pitchFamily="34" charset="0"/>
                <a:ea typeface="MS PGothic" panose="020B0600070205080204" pitchFamily="34" charset="-128"/>
              </a:defRPr>
            </a:lvl1pPr>
            <a:lvl2pPr marL="742950" indent="-285750" defTabSz="3762375">
              <a:spcBef>
                <a:spcPct val="20000"/>
              </a:spcBef>
              <a:buChar char="–"/>
              <a:defRPr sz="13400">
                <a:solidFill>
                  <a:schemeClr val="tx1"/>
                </a:solidFill>
                <a:latin typeface="Arial" panose="020B0604020202020204" pitchFamily="34" charset="0"/>
                <a:ea typeface="MS PGothic" panose="020B0600070205080204" pitchFamily="34" charset="-128"/>
              </a:defRPr>
            </a:lvl2pPr>
            <a:lvl3pPr marL="1143000" indent="-228600" defTabSz="3762375">
              <a:spcBef>
                <a:spcPct val="20000"/>
              </a:spcBef>
              <a:buChar char="•"/>
              <a:defRPr sz="11500">
                <a:solidFill>
                  <a:schemeClr val="tx1"/>
                </a:solidFill>
                <a:latin typeface="Arial" panose="020B0604020202020204" pitchFamily="34" charset="0"/>
                <a:ea typeface="MS PGothic" panose="020B0600070205080204" pitchFamily="34" charset="-128"/>
              </a:defRPr>
            </a:lvl3pPr>
            <a:lvl4pPr marL="16002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4pPr>
            <a:lvl5pPr marL="20574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5pPr>
            <a:lvl6pPr marL="25146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6pPr>
            <a:lvl7pPr marL="29718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7pPr>
            <a:lvl8pPr marL="34290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8pPr>
            <a:lvl9pPr marL="38862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5800" b="1">
                <a:solidFill>
                  <a:schemeClr val="bg1"/>
                </a:solidFill>
              </a:rPr>
              <a:t>Abstract</a:t>
            </a:r>
          </a:p>
        </p:txBody>
      </p:sp>
      <p:pic>
        <p:nvPicPr>
          <p:cNvPr id="3" name="Picture 2">
            <a:extLst>
              <a:ext uri="{FF2B5EF4-FFF2-40B4-BE49-F238E27FC236}">
                <a16:creationId xmlns:a16="http://schemas.microsoft.com/office/drawing/2014/main" id="{C62B74AB-E8EC-3063-2AA5-77B028CAB1B1}"/>
              </a:ext>
            </a:extLst>
          </p:cNvPr>
          <p:cNvPicPr>
            <a:picLocks noChangeAspect="1"/>
          </p:cNvPicPr>
          <p:nvPr/>
        </p:nvPicPr>
        <p:blipFill>
          <a:blip r:embed="rId3">
            <a:alphaModFix/>
          </a:blip>
          <a:stretch>
            <a:fillRect/>
          </a:stretch>
        </p:blipFill>
        <p:spPr>
          <a:xfrm>
            <a:off x="1042739" y="1178775"/>
            <a:ext cx="7643888" cy="3267762"/>
          </a:xfrm>
          <a:prstGeom prst="roundRect">
            <a:avLst>
              <a:gd name="adj" fmla="val 11111"/>
            </a:avLst>
          </a:prstGeom>
          <a:solidFill>
            <a:schemeClr val="accent1"/>
          </a:solidFill>
          <a:ln w="190500" cap="rnd">
            <a:solidFill>
              <a:srgbClr val="C8C6BD"/>
            </a:solidFill>
            <a:prstDash val="solid"/>
          </a:ln>
          <a:effectLst>
            <a:outerShdw blurRad="101600" dist="50800" dir="7200000" algn="tl" rotWithShape="0">
              <a:srgbClr val="000000">
                <a:alpha val="45000"/>
              </a:srgbClr>
            </a:outerShdw>
          </a:effectLst>
          <a:scene3d>
            <a:camera prst="perspectiveFront" fov="5400000"/>
            <a:lightRig rig="threePt" dir="t">
              <a:rot lat="0" lon="0" rev="19200000"/>
            </a:lightRig>
          </a:scene3d>
          <a:sp3d extrusionH="25400">
            <a:bevelT w="304800" h="152400" prst="hardEdge"/>
            <a:extrusionClr>
              <a:srgbClr val="FFFFFF"/>
            </a:extrusionClr>
          </a:sp3d>
        </p:spPr>
      </p:pic>
      <p:sp>
        <p:nvSpPr>
          <p:cNvPr id="3078" name="TextBox 381">
            <a:extLst>
              <a:ext uri="{FF2B5EF4-FFF2-40B4-BE49-F238E27FC236}">
                <a16:creationId xmlns:a16="http://schemas.microsoft.com/office/drawing/2014/main" id="{9F84ECE3-B8ED-2B46-0B6D-3CBA8886EA87}"/>
              </a:ext>
            </a:extLst>
          </p:cNvPr>
          <p:cNvSpPr txBox="1">
            <a:spLocks noChangeArrowheads="1"/>
          </p:cNvSpPr>
          <p:nvPr/>
        </p:nvSpPr>
        <p:spPr bwMode="auto">
          <a:xfrm>
            <a:off x="1043525" y="9444801"/>
            <a:ext cx="13559197" cy="3108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6" tIns="45710" rIns="91426" bIns="45710" anchor="t">
            <a:spAutoFit/>
          </a:bodyPr>
          <a:lstStyle>
            <a:lvl1pPr defTabSz="3762375">
              <a:spcBef>
                <a:spcPct val="20000"/>
              </a:spcBef>
              <a:buChar char="•"/>
              <a:defRPr sz="15400">
                <a:solidFill>
                  <a:schemeClr val="tx1"/>
                </a:solidFill>
                <a:latin typeface="Arial" panose="020B0604020202020204" pitchFamily="34" charset="0"/>
                <a:ea typeface="MS PGothic" panose="020B0600070205080204" pitchFamily="34" charset="-128"/>
              </a:defRPr>
            </a:lvl1pPr>
            <a:lvl2pPr marL="742950" indent="-285750" defTabSz="3762375">
              <a:spcBef>
                <a:spcPct val="20000"/>
              </a:spcBef>
              <a:buChar char="–"/>
              <a:defRPr sz="13400">
                <a:solidFill>
                  <a:schemeClr val="tx1"/>
                </a:solidFill>
                <a:latin typeface="Arial" panose="020B0604020202020204" pitchFamily="34" charset="0"/>
                <a:ea typeface="MS PGothic" panose="020B0600070205080204" pitchFamily="34" charset="-128"/>
              </a:defRPr>
            </a:lvl2pPr>
            <a:lvl3pPr marL="1143000" indent="-228600" defTabSz="3762375">
              <a:spcBef>
                <a:spcPct val="20000"/>
              </a:spcBef>
              <a:buChar char="•"/>
              <a:defRPr sz="11500">
                <a:solidFill>
                  <a:schemeClr val="tx1"/>
                </a:solidFill>
                <a:latin typeface="Arial" panose="020B0604020202020204" pitchFamily="34" charset="0"/>
                <a:ea typeface="MS PGothic" panose="020B0600070205080204" pitchFamily="34" charset="-128"/>
              </a:defRPr>
            </a:lvl3pPr>
            <a:lvl4pPr marL="16002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4pPr>
            <a:lvl5pPr marL="20574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5pPr>
            <a:lvl6pPr marL="25146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6pPr>
            <a:lvl7pPr marL="29718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7pPr>
            <a:lvl8pPr marL="34290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8pPr>
            <a:lvl9pPr marL="38862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9pPr>
          </a:lstStyle>
          <a:p>
            <a:pPr algn="just">
              <a:buNone/>
            </a:pPr>
            <a:r>
              <a:rPr lang="en-US" sz="2800">
                <a:latin typeface="Arial"/>
                <a:ea typeface="MS PGothic"/>
                <a:cs typeface="Arial"/>
              </a:rPr>
              <a:t>Traditional filters are designed to exhibit matched impedance in the passband, allowing desired signals to pass through smoothly. In the stopband, they are purposely mismatched, causing signals to reflect along the signal path. These reflections degrade the signal by bouncing back and forth between the source and filter ports. This out-of-band reflection can introduce unwanted effects. Existing solutions, like attenuators and isolators, reduce these reflections but add gain, increasing costs, size, and failure risks. </a:t>
            </a:r>
            <a:endParaRPr lang="en-US"/>
          </a:p>
        </p:txBody>
      </p:sp>
      <p:sp>
        <p:nvSpPr>
          <p:cNvPr id="3082" name="Rectangle 167">
            <a:extLst>
              <a:ext uri="{FF2B5EF4-FFF2-40B4-BE49-F238E27FC236}">
                <a16:creationId xmlns:a16="http://schemas.microsoft.com/office/drawing/2014/main" id="{84DB2053-C804-4F4E-1420-4D1BCF5454A8}"/>
              </a:ext>
            </a:extLst>
          </p:cNvPr>
          <p:cNvSpPr>
            <a:spLocks noChangeArrowheads="1"/>
          </p:cNvSpPr>
          <p:nvPr/>
        </p:nvSpPr>
        <p:spPr bwMode="auto">
          <a:xfrm>
            <a:off x="1046490" y="8217006"/>
            <a:ext cx="13563330" cy="985417"/>
          </a:xfrm>
          <a:prstGeom prst="rect">
            <a:avLst/>
          </a:prstGeom>
          <a:solidFill>
            <a:srgbClr val="059033"/>
          </a:solidFill>
          <a:ln>
            <a:headEnd/>
            <a:tailEnd/>
          </a:ln>
        </p:spPr>
        <p:style>
          <a:lnRef idx="1">
            <a:schemeClr val="accent1"/>
          </a:lnRef>
          <a:fillRef idx="3">
            <a:schemeClr val="accent1"/>
          </a:fillRef>
          <a:effectRef idx="2">
            <a:schemeClr val="accent1"/>
          </a:effectRef>
          <a:fontRef idx="minor">
            <a:schemeClr val="lt1"/>
          </a:fontRef>
        </p:style>
        <p:txBody>
          <a:bodyPr wrap="none" lIns="137160" tIns="68580" rIns="137160" bIns="68580" anchor="ctr"/>
          <a:lstStyle>
            <a:lvl1pPr defTabSz="3762375">
              <a:spcBef>
                <a:spcPct val="20000"/>
              </a:spcBef>
              <a:buChar char="•"/>
              <a:defRPr sz="15400">
                <a:solidFill>
                  <a:schemeClr val="tx1"/>
                </a:solidFill>
                <a:latin typeface="Arial" panose="020B0604020202020204" pitchFamily="34" charset="0"/>
                <a:ea typeface="MS PGothic" panose="020B0600070205080204" pitchFamily="34" charset="-128"/>
              </a:defRPr>
            </a:lvl1pPr>
            <a:lvl2pPr marL="742950" indent="-285750" defTabSz="3762375">
              <a:spcBef>
                <a:spcPct val="20000"/>
              </a:spcBef>
              <a:buChar char="–"/>
              <a:defRPr sz="13400">
                <a:solidFill>
                  <a:schemeClr val="tx1"/>
                </a:solidFill>
                <a:latin typeface="Arial" panose="020B0604020202020204" pitchFamily="34" charset="0"/>
                <a:ea typeface="MS PGothic" panose="020B0600070205080204" pitchFamily="34" charset="-128"/>
              </a:defRPr>
            </a:lvl2pPr>
            <a:lvl3pPr marL="1143000" indent="-228600" defTabSz="3762375">
              <a:spcBef>
                <a:spcPct val="20000"/>
              </a:spcBef>
              <a:buChar char="•"/>
              <a:defRPr sz="11500">
                <a:solidFill>
                  <a:schemeClr val="tx1"/>
                </a:solidFill>
                <a:latin typeface="Arial" panose="020B0604020202020204" pitchFamily="34" charset="0"/>
                <a:ea typeface="MS PGothic" panose="020B0600070205080204" pitchFamily="34" charset="-128"/>
              </a:defRPr>
            </a:lvl3pPr>
            <a:lvl4pPr marL="16002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4pPr>
            <a:lvl5pPr marL="20574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5pPr>
            <a:lvl6pPr marL="25146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6pPr>
            <a:lvl7pPr marL="29718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7pPr>
            <a:lvl8pPr marL="34290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8pPr>
            <a:lvl9pPr marL="38862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5800" b="1">
                <a:solidFill>
                  <a:schemeClr val="bg1"/>
                </a:solidFill>
              </a:rPr>
              <a:t>Introduction</a:t>
            </a:r>
          </a:p>
        </p:txBody>
      </p:sp>
      <p:sp>
        <p:nvSpPr>
          <p:cNvPr id="13" name="Rectangle 167">
            <a:extLst>
              <a:ext uri="{FF2B5EF4-FFF2-40B4-BE49-F238E27FC236}">
                <a16:creationId xmlns:a16="http://schemas.microsoft.com/office/drawing/2014/main" id="{EBC29C40-D382-BC5B-12C0-FB941A735B03}"/>
              </a:ext>
            </a:extLst>
          </p:cNvPr>
          <p:cNvSpPr>
            <a:spLocks noChangeArrowheads="1"/>
          </p:cNvSpPr>
          <p:nvPr/>
        </p:nvSpPr>
        <p:spPr bwMode="auto">
          <a:xfrm>
            <a:off x="15177951" y="8197165"/>
            <a:ext cx="13415963" cy="979488"/>
          </a:xfrm>
          <a:prstGeom prst="rect">
            <a:avLst/>
          </a:prstGeom>
          <a:solidFill>
            <a:srgbClr val="059033"/>
          </a:solidFill>
          <a:ln>
            <a:headEnd/>
            <a:tailEnd/>
          </a:ln>
        </p:spPr>
        <p:style>
          <a:lnRef idx="1">
            <a:schemeClr val="accent1"/>
          </a:lnRef>
          <a:fillRef idx="3">
            <a:schemeClr val="accent1"/>
          </a:fillRef>
          <a:effectRef idx="2">
            <a:schemeClr val="accent1"/>
          </a:effectRef>
          <a:fontRef idx="minor">
            <a:schemeClr val="lt1"/>
          </a:fontRef>
        </p:style>
        <p:txBody>
          <a:bodyPr wrap="none" lIns="137160" tIns="68580" rIns="137160" bIns="68580" anchor="ctr"/>
          <a:lstStyle>
            <a:lvl1pPr defTabSz="3762375">
              <a:spcBef>
                <a:spcPct val="20000"/>
              </a:spcBef>
              <a:buChar char="•"/>
              <a:defRPr sz="15400">
                <a:solidFill>
                  <a:schemeClr val="tx1"/>
                </a:solidFill>
                <a:latin typeface="Arial" panose="020B0604020202020204" pitchFamily="34" charset="0"/>
                <a:ea typeface="MS PGothic" panose="020B0600070205080204" pitchFamily="34" charset="-128"/>
              </a:defRPr>
            </a:lvl1pPr>
            <a:lvl2pPr marL="742950" indent="-285750" defTabSz="3762375">
              <a:spcBef>
                <a:spcPct val="20000"/>
              </a:spcBef>
              <a:buChar char="–"/>
              <a:defRPr sz="13400">
                <a:solidFill>
                  <a:schemeClr val="tx1"/>
                </a:solidFill>
                <a:latin typeface="Arial" panose="020B0604020202020204" pitchFamily="34" charset="0"/>
                <a:ea typeface="MS PGothic" panose="020B0600070205080204" pitchFamily="34" charset="-128"/>
              </a:defRPr>
            </a:lvl2pPr>
            <a:lvl3pPr marL="1143000" indent="-228600" defTabSz="3762375">
              <a:spcBef>
                <a:spcPct val="20000"/>
              </a:spcBef>
              <a:buChar char="•"/>
              <a:defRPr sz="11500">
                <a:solidFill>
                  <a:schemeClr val="tx1"/>
                </a:solidFill>
                <a:latin typeface="Arial" panose="020B0604020202020204" pitchFamily="34" charset="0"/>
                <a:ea typeface="MS PGothic" panose="020B0600070205080204" pitchFamily="34" charset="-128"/>
              </a:defRPr>
            </a:lvl3pPr>
            <a:lvl4pPr marL="16002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4pPr>
            <a:lvl5pPr marL="20574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5pPr>
            <a:lvl6pPr marL="25146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6pPr>
            <a:lvl7pPr marL="29718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7pPr>
            <a:lvl8pPr marL="34290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8pPr>
            <a:lvl9pPr marL="38862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9pPr>
          </a:lstStyle>
          <a:p>
            <a:pPr algn="ctr">
              <a:spcBef>
                <a:spcPct val="0"/>
              </a:spcBef>
              <a:buNone/>
            </a:pPr>
            <a:r>
              <a:rPr lang="en-US" altLang="en-US" sz="5800" b="1">
                <a:solidFill>
                  <a:schemeClr val="bg1"/>
                </a:solidFill>
                <a:latin typeface="Arial"/>
                <a:ea typeface="MS PGothic"/>
                <a:cs typeface="Arial"/>
              </a:rPr>
              <a:t>Method</a:t>
            </a:r>
            <a:endParaRPr lang="en-US" altLang="en-US" sz="5800" b="1">
              <a:solidFill>
                <a:schemeClr val="bg1"/>
              </a:solidFill>
              <a:cs typeface="Arial"/>
            </a:endParaRPr>
          </a:p>
        </p:txBody>
      </p:sp>
      <p:pic>
        <p:nvPicPr>
          <p:cNvPr id="16" name="Picture 15" descr="A diagram of a circuit&#10;&#10;Description automatically generated">
            <a:extLst>
              <a:ext uri="{FF2B5EF4-FFF2-40B4-BE49-F238E27FC236}">
                <a16:creationId xmlns:a16="http://schemas.microsoft.com/office/drawing/2014/main" id="{4F6D9F5C-ACB6-0EAE-C2E9-62DE6C497DA7}"/>
              </a:ext>
            </a:extLst>
          </p:cNvPr>
          <p:cNvPicPr>
            <a:picLocks noChangeAspect="1"/>
          </p:cNvPicPr>
          <p:nvPr/>
        </p:nvPicPr>
        <p:blipFill>
          <a:blip r:embed="rId4"/>
          <a:stretch>
            <a:fillRect/>
          </a:stretch>
        </p:blipFill>
        <p:spPr>
          <a:xfrm>
            <a:off x="15185909" y="12906689"/>
            <a:ext cx="4874644" cy="4012002"/>
          </a:xfrm>
          <a:prstGeom prst="rect">
            <a:avLst/>
          </a:prstGeom>
        </p:spPr>
      </p:pic>
      <p:sp>
        <p:nvSpPr>
          <p:cNvPr id="15" name="TextBox 381">
            <a:extLst>
              <a:ext uri="{FF2B5EF4-FFF2-40B4-BE49-F238E27FC236}">
                <a16:creationId xmlns:a16="http://schemas.microsoft.com/office/drawing/2014/main" id="{1733F3AE-79A3-6218-DC85-766B741EC441}"/>
              </a:ext>
            </a:extLst>
          </p:cNvPr>
          <p:cNvSpPr txBox="1">
            <a:spLocks noChangeArrowheads="1"/>
          </p:cNvSpPr>
          <p:nvPr/>
        </p:nvSpPr>
        <p:spPr bwMode="auto">
          <a:xfrm>
            <a:off x="1009850" y="21673894"/>
            <a:ext cx="13559197" cy="1384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6" tIns="45710" rIns="91426" bIns="45710" anchor="t">
            <a:spAutoFit/>
          </a:bodyPr>
          <a:lstStyle>
            <a:lvl1pPr defTabSz="3762375">
              <a:spcBef>
                <a:spcPct val="20000"/>
              </a:spcBef>
              <a:buChar char="•"/>
              <a:defRPr sz="15400">
                <a:solidFill>
                  <a:schemeClr val="tx1"/>
                </a:solidFill>
                <a:latin typeface="Arial" panose="020B0604020202020204" pitchFamily="34" charset="0"/>
                <a:ea typeface="MS PGothic" panose="020B0600070205080204" pitchFamily="34" charset="-128"/>
              </a:defRPr>
            </a:lvl1pPr>
            <a:lvl2pPr marL="742950" indent="-285750" defTabSz="3762375">
              <a:spcBef>
                <a:spcPct val="20000"/>
              </a:spcBef>
              <a:buChar char="–"/>
              <a:defRPr sz="13400">
                <a:solidFill>
                  <a:schemeClr val="tx1"/>
                </a:solidFill>
                <a:latin typeface="Arial" panose="020B0604020202020204" pitchFamily="34" charset="0"/>
                <a:ea typeface="MS PGothic" panose="020B0600070205080204" pitchFamily="34" charset="-128"/>
              </a:defRPr>
            </a:lvl2pPr>
            <a:lvl3pPr marL="1143000" indent="-228600" defTabSz="3762375">
              <a:spcBef>
                <a:spcPct val="20000"/>
              </a:spcBef>
              <a:buChar char="•"/>
              <a:defRPr sz="11500">
                <a:solidFill>
                  <a:schemeClr val="tx1"/>
                </a:solidFill>
                <a:latin typeface="Arial" panose="020B0604020202020204" pitchFamily="34" charset="0"/>
                <a:ea typeface="MS PGothic" panose="020B0600070205080204" pitchFamily="34" charset="-128"/>
              </a:defRPr>
            </a:lvl3pPr>
            <a:lvl4pPr marL="16002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4pPr>
            <a:lvl5pPr marL="20574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5pPr>
            <a:lvl6pPr marL="25146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6pPr>
            <a:lvl7pPr marL="29718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7pPr>
            <a:lvl8pPr marL="34290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8pPr>
            <a:lvl9pPr marL="38862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9pPr>
          </a:lstStyle>
          <a:p>
            <a:pPr algn="just">
              <a:buNone/>
            </a:pPr>
            <a:r>
              <a:rPr lang="en-US" sz="2800">
                <a:latin typeface="Arial"/>
                <a:ea typeface="MS PGothic"/>
                <a:cs typeface="Arial"/>
              </a:rPr>
              <a:t>In Fig. 1, The circulator used below 10 GHz significantly reduces the setup bandwidth, reflecting signals outside its operating range, which could lead to unwanted resonances. A reflectionless filter can absorb these unwanted resonances.</a:t>
            </a:r>
            <a:endParaRPr lang="en-US" sz="2800">
              <a:cs typeface="Arial"/>
            </a:endParaRPr>
          </a:p>
        </p:txBody>
      </p:sp>
      <p:sp>
        <p:nvSpPr>
          <p:cNvPr id="18" name="TextBox 381">
            <a:extLst>
              <a:ext uri="{FF2B5EF4-FFF2-40B4-BE49-F238E27FC236}">
                <a16:creationId xmlns:a16="http://schemas.microsoft.com/office/drawing/2014/main" id="{ED00F59F-87B4-80D2-6304-252FF214927C}"/>
              </a:ext>
            </a:extLst>
          </p:cNvPr>
          <p:cNvSpPr txBox="1">
            <a:spLocks noChangeArrowheads="1"/>
          </p:cNvSpPr>
          <p:nvPr/>
        </p:nvSpPr>
        <p:spPr bwMode="auto">
          <a:xfrm>
            <a:off x="18828419" y="9459521"/>
            <a:ext cx="9754586" cy="2749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6" tIns="45710" rIns="91426" bIns="45710" anchor="t">
            <a:spAutoFit/>
          </a:bodyPr>
          <a:lstStyle>
            <a:lvl1pPr defTabSz="3762375">
              <a:spcBef>
                <a:spcPct val="20000"/>
              </a:spcBef>
              <a:buChar char="•"/>
              <a:defRPr sz="15400">
                <a:solidFill>
                  <a:schemeClr val="tx1"/>
                </a:solidFill>
                <a:latin typeface="Arial" panose="020B0604020202020204" pitchFamily="34" charset="0"/>
                <a:ea typeface="MS PGothic" panose="020B0600070205080204" pitchFamily="34" charset="-128"/>
              </a:defRPr>
            </a:lvl1pPr>
            <a:lvl2pPr marL="742950" indent="-285750" defTabSz="3762375">
              <a:spcBef>
                <a:spcPct val="20000"/>
              </a:spcBef>
              <a:buChar char="–"/>
              <a:defRPr sz="13400">
                <a:solidFill>
                  <a:schemeClr val="tx1"/>
                </a:solidFill>
                <a:latin typeface="Arial" panose="020B0604020202020204" pitchFamily="34" charset="0"/>
                <a:ea typeface="MS PGothic" panose="020B0600070205080204" pitchFamily="34" charset="-128"/>
              </a:defRPr>
            </a:lvl2pPr>
            <a:lvl3pPr marL="1143000" indent="-228600" defTabSz="3762375">
              <a:spcBef>
                <a:spcPct val="20000"/>
              </a:spcBef>
              <a:buChar char="•"/>
              <a:defRPr sz="11500">
                <a:solidFill>
                  <a:schemeClr val="tx1"/>
                </a:solidFill>
                <a:latin typeface="Arial" panose="020B0604020202020204" pitchFamily="34" charset="0"/>
                <a:ea typeface="MS PGothic" panose="020B0600070205080204" pitchFamily="34" charset="-128"/>
              </a:defRPr>
            </a:lvl3pPr>
            <a:lvl4pPr marL="16002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4pPr>
            <a:lvl5pPr marL="20574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5pPr>
            <a:lvl6pPr marL="25146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6pPr>
            <a:lvl7pPr marL="29718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7pPr>
            <a:lvl8pPr marL="34290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8pPr>
            <a:lvl9pPr marL="38862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9pPr>
          </a:lstStyle>
          <a:p>
            <a:pPr marL="457200" indent="-457200" algn="just">
              <a:buFont typeface="Arial"/>
              <a:buChar char="•"/>
            </a:pPr>
            <a:r>
              <a:rPr lang="en-US" sz="2800">
                <a:latin typeface="Arial"/>
                <a:ea typeface="MS PGothic"/>
                <a:cs typeface="Arial"/>
              </a:rPr>
              <a:t>The filter was designed using Matthew A. Morgan’s patented reflectionless filter topology.</a:t>
            </a:r>
          </a:p>
          <a:p>
            <a:pPr algn="just">
              <a:buNone/>
            </a:pPr>
            <a:endParaRPr lang="en-US" sz="1800">
              <a:latin typeface="Arial"/>
              <a:ea typeface="MS PGothic"/>
              <a:cs typeface="Arial"/>
            </a:endParaRPr>
          </a:p>
          <a:p>
            <a:pPr marL="457200" indent="-457200" algn="just">
              <a:buFont typeface="Arial"/>
              <a:buChar char="•"/>
            </a:pPr>
            <a:r>
              <a:rPr lang="en-US" sz="2800">
                <a:latin typeface="Arial"/>
                <a:ea typeface="MS PGothic"/>
                <a:cs typeface="Arial"/>
              </a:rPr>
              <a:t>Equations from Morgan’s book utilize parameters such as characteristic impedance, admittance, cutoff frequency, and a scaling factor </a:t>
            </a:r>
            <a:r>
              <a:rPr lang="en-US" sz="2800" err="1">
                <a:latin typeface="Arial"/>
                <a:ea typeface="MS PGothic"/>
                <a:cs typeface="Arial"/>
              </a:rPr>
              <a:t>g</a:t>
            </a:r>
            <a:r>
              <a:rPr lang="en-US" sz="1900" b="1" baseline="-25000" err="1">
                <a:latin typeface="Arial"/>
                <a:ea typeface="MS PGothic"/>
                <a:cs typeface="Arial"/>
              </a:rPr>
              <a:t>k</a:t>
            </a:r>
            <a:endParaRPr lang="en-US" sz="1900" b="1" baseline="-25000">
              <a:latin typeface="Arial"/>
              <a:ea typeface="MS PGothic"/>
              <a:cs typeface="Arial"/>
            </a:endParaRPr>
          </a:p>
        </p:txBody>
      </p:sp>
      <p:pic>
        <p:nvPicPr>
          <p:cNvPr id="19" name="Picture 18" descr="A mathematical equation with black text&#10;&#10;Description automatically generated">
            <a:extLst>
              <a:ext uri="{FF2B5EF4-FFF2-40B4-BE49-F238E27FC236}">
                <a16:creationId xmlns:a16="http://schemas.microsoft.com/office/drawing/2014/main" id="{313D8395-1B22-11E1-E170-6C8FF506A1D5}"/>
              </a:ext>
            </a:extLst>
          </p:cNvPr>
          <p:cNvPicPr>
            <a:picLocks noChangeAspect="1"/>
          </p:cNvPicPr>
          <p:nvPr/>
        </p:nvPicPr>
        <p:blipFill>
          <a:blip r:embed="rId5"/>
          <a:stretch>
            <a:fillRect/>
          </a:stretch>
        </p:blipFill>
        <p:spPr>
          <a:xfrm>
            <a:off x="16226980" y="10844234"/>
            <a:ext cx="2558812" cy="1363334"/>
          </a:xfrm>
          <a:prstGeom prst="rect">
            <a:avLst/>
          </a:prstGeom>
        </p:spPr>
      </p:pic>
      <p:pic>
        <p:nvPicPr>
          <p:cNvPr id="20" name="Picture 19" descr="A mathematical equation with black text&#10;&#10;Description automatically generated">
            <a:extLst>
              <a:ext uri="{FF2B5EF4-FFF2-40B4-BE49-F238E27FC236}">
                <a16:creationId xmlns:a16="http://schemas.microsoft.com/office/drawing/2014/main" id="{2D241585-A619-C13F-EEFD-C6B0B659E851}"/>
              </a:ext>
            </a:extLst>
          </p:cNvPr>
          <p:cNvPicPr>
            <a:picLocks noChangeAspect="1"/>
          </p:cNvPicPr>
          <p:nvPr/>
        </p:nvPicPr>
        <p:blipFill>
          <a:blip r:embed="rId6"/>
          <a:stretch>
            <a:fillRect/>
          </a:stretch>
        </p:blipFill>
        <p:spPr>
          <a:xfrm>
            <a:off x="16248118" y="9369669"/>
            <a:ext cx="2381250" cy="1543050"/>
          </a:xfrm>
          <a:prstGeom prst="rect">
            <a:avLst/>
          </a:prstGeom>
        </p:spPr>
      </p:pic>
      <p:sp>
        <p:nvSpPr>
          <p:cNvPr id="21" name="TextBox 381">
            <a:extLst>
              <a:ext uri="{FF2B5EF4-FFF2-40B4-BE49-F238E27FC236}">
                <a16:creationId xmlns:a16="http://schemas.microsoft.com/office/drawing/2014/main" id="{298ADAF3-5081-4B8B-E848-0A9A5C9F4F5B}"/>
              </a:ext>
            </a:extLst>
          </p:cNvPr>
          <p:cNvSpPr txBox="1">
            <a:spLocks noChangeArrowheads="1"/>
          </p:cNvSpPr>
          <p:nvPr/>
        </p:nvSpPr>
        <p:spPr bwMode="auto">
          <a:xfrm>
            <a:off x="14844825" y="17037442"/>
            <a:ext cx="6242410" cy="36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6" tIns="45710" rIns="91426" bIns="45710" anchor="t">
            <a:spAutoFit/>
          </a:bodyPr>
          <a:lstStyle>
            <a:lvl1pPr defTabSz="3762375">
              <a:spcBef>
                <a:spcPct val="20000"/>
              </a:spcBef>
              <a:buChar char="•"/>
              <a:defRPr sz="15400">
                <a:solidFill>
                  <a:schemeClr val="tx1"/>
                </a:solidFill>
                <a:latin typeface="Arial" panose="020B0604020202020204" pitchFamily="34" charset="0"/>
                <a:ea typeface="MS PGothic" panose="020B0600070205080204" pitchFamily="34" charset="-128"/>
              </a:defRPr>
            </a:lvl1pPr>
            <a:lvl2pPr marL="742950" indent="-285750" defTabSz="3762375">
              <a:spcBef>
                <a:spcPct val="20000"/>
              </a:spcBef>
              <a:buChar char="–"/>
              <a:defRPr sz="13400">
                <a:solidFill>
                  <a:schemeClr val="tx1"/>
                </a:solidFill>
                <a:latin typeface="Arial" panose="020B0604020202020204" pitchFamily="34" charset="0"/>
                <a:ea typeface="MS PGothic" panose="020B0600070205080204" pitchFamily="34" charset="-128"/>
              </a:defRPr>
            </a:lvl2pPr>
            <a:lvl3pPr marL="1143000" indent="-228600" defTabSz="3762375">
              <a:spcBef>
                <a:spcPct val="20000"/>
              </a:spcBef>
              <a:buChar char="•"/>
              <a:defRPr sz="11500">
                <a:solidFill>
                  <a:schemeClr val="tx1"/>
                </a:solidFill>
                <a:latin typeface="Arial" panose="020B0604020202020204" pitchFamily="34" charset="0"/>
                <a:ea typeface="MS PGothic" panose="020B0600070205080204" pitchFamily="34" charset="-128"/>
              </a:defRPr>
            </a:lvl3pPr>
            <a:lvl4pPr marL="16002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4pPr>
            <a:lvl5pPr marL="20574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5pPr>
            <a:lvl6pPr marL="25146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6pPr>
            <a:lvl7pPr marL="29718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7pPr>
            <a:lvl8pPr marL="34290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8pPr>
            <a:lvl9pPr marL="38862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9pPr>
          </a:lstStyle>
          <a:p>
            <a:pPr algn="ctr">
              <a:spcBef>
                <a:spcPct val="50000"/>
              </a:spcBef>
              <a:buNone/>
            </a:pPr>
            <a:r>
              <a:rPr lang="en-US" sz="1800" b="1">
                <a:latin typeface="Arial"/>
                <a:ea typeface="MS PGothic"/>
                <a:cs typeface="Arial"/>
              </a:rPr>
              <a:t>Figure 4: Low-pass Reflectionless Filter Topology</a:t>
            </a:r>
            <a:endParaRPr lang="en-US" sz="1800" b="1">
              <a:ea typeface="MS PGothic"/>
              <a:cs typeface="Arial"/>
            </a:endParaRPr>
          </a:p>
        </p:txBody>
      </p:sp>
      <p:pic>
        <p:nvPicPr>
          <p:cNvPr id="22" name="Picture 21" descr="A graph of a reflectionless filter&#10;&#10;Description automatically generated">
            <a:extLst>
              <a:ext uri="{FF2B5EF4-FFF2-40B4-BE49-F238E27FC236}">
                <a16:creationId xmlns:a16="http://schemas.microsoft.com/office/drawing/2014/main" id="{6116E882-F7D3-7C0C-B436-B84CE3ED3FF6}"/>
              </a:ext>
            </a:extLst>
          </p:cNvPr>
          <p:cNvPicPr>
            <a:picLocks noChangeAspect="1"/>
          </p:cNvPicPr>
          <p:nvPr/>
        </p:nvPicPr>
        <p:blipFill>
          <a:blip r:embed="rId7"/>
          <a:stretch>
            <a:fillRect/>
          </a:stretch>
        </p:blipFill>
        <p:spPr>
          <a:xfrm>
            <a:off x="20649124" y="12249954"/>
            <a:ext cx="7978355" cy="4680909"/>
          </a:xfrm>
          <a:prstGeom prst="rect">
            <a:avLst/>
          </a:prstGeom>
        </p:spPr>
      </p:pic>
      <p:sp>
        <p:nvSpPr>
          <p:cNvPr id="2" name="Rectangle 167">
            <a:extLst>
              <a:ext uri="{FF2B5EF4-FFF2-40B4-BE49-F238E27FC236}">
                <a16:creationId xmlns:a16="http://schemas.microsoft.com/office/drawing/2014/main" id="{67651286-E903-3718-8274-FD2AE706F1FB}"/>
              </a:ext>
            </a:extLst>
          </p:cNvPr>
          <p:cNvSpPr>
            <a:spLocks noChangeArrowheads="1"/>
          </p:cNvSpPr>
          <p:nvPr/>
        </p:nvSpPr>
        <p:spPr bwMode="auto">
          <a:xfrm>
            <a:off x="1025416" y="12792196"/>
            <a:ext cx="13546078" cy="847397"/>
          </a:xfrm>
          <a:prstGeom prst="rect">
            <a:avLst/>
          </a:prstGeom>
          <a:solidFill>
            <a:srgbClr val="059033"/>
          </a:solidFill>
          <a:ln>
            <a:headEnd/>
            <a:tailEnd/>
          </a:ln>
        </p:spPr>
        <p:style>
          <a:lnRef idx="1">
            <a:schemeClr val="accent1"/>
          </a:lnRef>
          <a:fillRef idx="3">
            <a:schemeClr val="accent1"/>
          </a:fillRef>
          <a:effectRef idx="2">
            <a:schemeClr val="accent1"/>
          </a:effectRef>
          <a:fontRef idx="minor">
            <a:schemeClr val="lt1"/>
          </a:fontRef>
        </p:style>
        <p:txBody>
          <a:bodyPr wrap="none" lIns="137160" tIns="68580" rIns="137160" bIns="68580" anchor="ctr"/>
          <a:lstStyle>
            <a:lvl1pPr defTabSz="3762375">
              <a:spcBef>
                <a:spcPct val="20000"/>
              </a:spcBef>
              <a:buChar char="•"/>
              <a:defRPr sz="15400">
                <a:solidFill>
                  <a:schemeClr val="tx1"/>
                </a:solidFill>
                <a:latin typeface="Arial" panose="020B0604020202020204" pitchFamily="34" charset="0"/>
                <a:ea typeface="MS PGothic" panose="020B0600070205080204" pitchFamily="34" charset="-128"/>
              </a:defRPr>
            </a:lvl1pPr>
            <a:lvl2pPr marL="742950" indent="-285750" defTabSz="3762375">
              <a:spcBef>
                <a:spcPct val="20000"/>
              </a:spcBef>
              <a:buChar char="–"/>
              <a:defRPr sz="13400">
                <a:solidFill>
                  <a:schemeClr val="tx1"/>
                </a:solidFill>
                <a:latin typeface="Arial" panose="020B0604020202020204" pitchFamily="34" charset="0"/>
                <a:ea typeface="MS PGothic" panose="020B0600070205080204" pitchFamily="34" charset="-128"/>
              </a:defRPr>
            </a:lvl2pPr>
            <a:lvl3pPr marL="1143000" indent="-228600" defTabSz="3762375">
              <a:spcBef>
                <a:spcPct val="20000"/>
              </a:spcBef>
              <a:buChar char="•"/>
              <a:defRPr sz="11500">
                <a:solidFill>
                  <a:schemeClr val="tx1"/>
                </a:solidFill>
                <a:latin typeface="Arial" panose="020B0604020202020204" pitchFamily="34" charset="0"/>
                <a:ea typeface="MS PGothic" panose="020B0600070205080204" pitchFamily="34" charset="-128"/>
              </a:defRPr>
            </a:lvl3pPr>
            <a:lvl4pPr marL="16002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4pPr>
            <a:lvl5pPr marL="20574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5pPr>
            <a:lvl6pPr marL="25146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6pPr>
            <a:lvl7pPr marL="29718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7pPr>
            <a:lvl8pPr marL="34290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8pPr>
            <a:lvl9pPr marL="38862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None/>
            </a:pPr>
            <a:r>
              <a:rPr lang="en-US" altLang="en-US" sz="5800" b="1">
                <a:solidFill>
                  <a:schemeClr val="bg1"/>
                </a:solidFill>
                <a:latin typeface="Arial"/>
                <a:ea typeface="MS PGothic"/>
                <a:cs typeface="Arial"/>
              </a:rPr>
              <a:t>Problem Statement</a:t>
            </a:r>
            <a:endParaRPr lang="en-US" altLang="en-US" sz="5800" b="1">
              <a:solidFill>
                <a:schemeClr val="bg1"/>
              </a:solidFill>
            </a:endParaRPr>
          </a:p>
        </p:txBody>
      </p:sp>
      <p:sp>
        <p:nvSpPr>
          <p:cNvPr id="6" name="TextBox 381">
            <a:extLst>
              <a:ext uri="{FF2B5EF4-FFF2-40B4-BE49-F238E27FC236}">
                <a16:creationId xmlns:a16="http://schemas.microsoft.com/office/drawing/2014/main" id="{0ED6194E-24DD-394E-2397-270281B3F518}"/>
              </a:ext>
            </a:extLst>
          </p:cNvPr>
          <p:cNvSpPr txBox="1">
            <a:spLocks noChangeArrowheads="1"/>
          </p:cNvSpPr>
          <p:nvPr/>
        </p:nvSpPr>
        <p:spPr bwMode="auto">
          <a:xfrm>
            <a:off x="1043525" y="13779575"/>
            <a:ext cx="13559197" cy="3367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6" tIns="45710" rIns="91426" bIns="45710" anchor="t">
            <a:spAutoFit/>
          </a:bodyPr>
          <a:lstStyle>
            <a:lvl1pPr defTabSz="3762375">
              <a:spcBef>
                <a:spcPct val="20000"/>
              </a:spcBef>
              <a:buChar char="•"/>
              <a:defRPr sz="15400">
                <a:solidFill>
                  <a:schemeClr val="tx1"/>
                </a:solidFill>
                <a:latin typeface="Arial" panose="020B0604020202020204" pitchFamily="34" charset="0"/>
                <a:ea typeface="MS PGothic" panose="020B0600070205080204" pitchFamily="34" charset="-128"/>
              </a:defRPr>
            </a:lvl1pPr>
            <a:lvl2pPr marL="742950" indent="-285750" defTabSz="3762375">
              <a:spcBef>
                <a:spcPct val="20000"/>
              </a:spcBef>
              <a:buChar char="–"/>
              <a:defRPr sz="13400">
                <a:solidFill>
                  <a:schemeClr val="tx1"/>
                </a:solidFill>
                <a:latin typeface="Arial" panose="020B0604020202020204" pitchFamily="34" charset="0"/>
                <a:ea typeface="MS PGothic" panose="020B0600070205080204" pitchFamily="34" charset="-128"/>
              </a:defRPr>
            </a:lvl2pPr>
            <a:lvl3pPr marL="1143000" indent="-228600" defTabSz="3762375">
              <a:spcBef>
                <a:spcPct val="20000"/>
              </a:spcBef>
              <a:buChar char="•"/>
              <a:defRPr sz="11500">
                <a:solidFill>
                  <a:schemeClr val="tx1"/>
                </a:solidFill>
                <a:latin typeface="Arial" panose="020B0604020202020204" pitchFamily="34" charset="0"/>
                <a:ea typeface="MS PGothic" panose="020B0600070205080204" pitchFamily="34" charset="-128"/>
              </a:defRPr>
            </a:lvl3pPr>
            <a:lvl4pPr marL="16002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4pPr>
            <a:lvl5pPr marL="20574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5pPr>
            <a:lvl6pPr marL="25146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6pPr>
            <a:lvl7pPr marL="29718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7pPr>
            <a:lvl8pPr marL="34290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8pPr>
            <a:lvl9pPr marL="38862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9pPr>
          </a:lstStyle>
          <a:p>
            <a:pPr marL="457200" indent="-457200" algn="just">
              <a:buFont typeface="Arial"/>
              <a:buChar char="•"/>
            </a:pPr>
            <a:r>
              <a:rPr lang="en-US" sz="2800">
                <a:latin typeface="Arial"/>
                <a:ea typeface="MS PGothic"/>
                <a:cs typeface="Arial"/>
              </a:rPr>
              <a:t>A load-pull test varies input and output impedance to find a device's optimal operating point.</a:t>
            </a:r>
            <a:endParaRPr lang="en-US" sz="2800">
              <a:cs typeface="Arial"/>
            </a:endParaRPr>
          </a:p>
          <a:p>
            <a:pPr marL="457200" indent="-457200" algn="just">
              <a:buFont typeface="Arial"/>
              <a:buChar char="•"/>
            </a:pPr>
            <a:r>
              <a:rPr lang="en-US" sz="2800">
                <a:latin typeface="Arial"/>
                <a:ea typeface="MS PGothic"/>
                <a:cs typeface="Arial"/>
              </a:rPr>
              <a:t>Impedance variance in the signal path causes reflections, potentially damaging the source and DUT.</a:t>
            </a:r>
            <a:endParaRPr lang="en-US" sz="2800">
              <a:cs typeface="Arial"/>
            </a:endParaRPr>
          </a:p>
          <a:p>
            <a:pPr marL="457200" indent="-457200" algn="just">
              <a:buFont typeface="Arial"/>
              <a:buChar char="•"/>
            </a:pPr>
            <a:r>
              <a:rPr lang="en-US" sz="2800">
                <a:latin typeface="Arial"/>
                <a:ea typeface="MS PGothic"/>
                <a:cs typeface="Arial"/>
              </a:rPr>
              <a:t>Traditional filters reflect energy outside their passband, creating standing waves and further signal degradation.</a:t>
            </a:r>
          </a:p>
          <a:p>
            <a:pPr marL="457200" indent="-457200" algn="just">
              <a:buFont typeface="Arial"/>
              <a:buChar char="•"/>
            </a:pPr>
            <a:r>
              <a:rPr lang="en-US" sz="2800">
                <a:latin typeface="Arial"/>
                <a:ea typeface="MS PGothic"/>
                <a:cs typeface="Arial"/>
              </a:rPr>
              <a:t>Attenuators suppress reflections. However, they reduce the input signal source.</a:t>
            </a:r>
            <a:endParaRPr lang="en-US" sz="2800">
              <a:cs typeface="Arial"/>
            </a:endParaRPr>
          </a:p>
        </p:txBody>
      </p:sp>
      <p:sp>
        <p:nvSpPr>
          <p:cNvPr id="23" name="TextBox 381">
            <a:extLst>
              <a:ext uri="{FF2B5EF4-FFF2-40B4-BE49-F238E27FC236}">
                <a16:creationId xmlns:a16="http://schemas.microsoft.com/office/drawing/2014/main" id="{13CD60C3-9884-F511-5B1F-375397FF5155}"/>
              </a:ext>
            </a:extLst>
          </p:cNvPr>
          <p:cNvSpPr txBox="1">
            <a:spLocks noChangeArrowheads="1"/>
          </p:cNvSpPr>
          <p:nvPr/>
        </p:nvSpPr>
        <p:spPr bwMode="auto">
          <a:xfrm>
            <a:off x="21755444" y="17037442"/>
            <a:ext cx="6725489" cy="36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6" tIns="45710" rIns="91426" bIns="45710" anchor="t">
            <a:spAutoFit/>
          </a:bodyPr>
          <a:lstStyle>
            <a:lvl1pPr defTabSz="3762375">
              <a:spcBef>
                <a:spcPct val="20000"/>
              </a:spcBef>
              <a:buChar char="•"/>
              <a:defRPr sz="15400">
                <a:solidFill>
                  <a:schemeClr val="tx1"/>
                </a:solidFill>
                <a:latin typeface="Arial" panose="020B0604020202020204" pitchFamily="34" charset="0"/>
                <a:ea typeface="MS PGothic" panose="020B0600070205080204" pitchFamily="34" charset="-128"/>
              </a:defRPr>
            </a:lvl1pPr>
            <a:lvl2pPr marL="742950" indent="-285750" defTabSz="3762375">
              <a:spcBef>
                <a:spcPct val="20000"/>
              </a:spcBef>
              <a:buChar char="–"/>
              <a:defRPr sz="13400">
                <a:solidFill>
                  <a:schemeClr val="tx1"/>
                </a:solidFill>
                <a:latin typeface="Arial" panose="020B0604020202020204" pitchFamily="34" charset="0"/>
                <a:ea typeface="MS PGothic" panose="020B0600070205080204" pitchFamily="34" charset="-128"/>
              </a:defRPr>
            </a:lvl2pPr>
            <a:lvl3pPr marL="1143000" indent="-228600" defTabSz="3762375">
              <a:spcBef>
                <a:spcPct val="20000"/>
              </a:spcBef>
              <a:buChar char="•"/>
              <a:defRPr sz="11500">
                <a:solidFill>
                  <a:schemeClr val="tx1"/>
                </a:solidFill>
                <a:latin typeface="Arial" panose="020B0604020202020204" pitchFamily="34" charset="0"/>
                <a:ea typeface="MS PGothic" panose="020B0600070205080204" pitchFamily="34" charset="-128"/>
              </a:defRPr>
            </a:lvl3pPr>
            <a:lvl4pPr marL="16002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4pPr>
            <a:lvl5pPr marL="20574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5pPr>
            <a:lvl6pPr marL="25146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6pPr>
            <a:lvl7pPr marL="29718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7pPr>
            <a:lvl8pPr marL="34290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8pPr>
            <a:lvl9pPr marL="38862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9pPr>
          </a:lstStyle>
          <a:p>
            <a:pPr algn="ctr">
              <a:spcBef>
                <a:spcPct val="50000"/>
              </a:spcBef>
              <a:buNone/>
            </a:pPr>
            <a:r>
              <a:rPr lang="en-US" sz="1800" b="1">
                <a:latin typeface="Arial"/>
                <a:ea typeface="MS PGothic"/>
                <a:cs typeface="Arial"/>
              </a:rPr>
              <a:t>Figure 5: Simulation of Ideal Reflectionless High-pass Filter</a:t>
            </a:r>
            <a:endParaRPr lang="en-US" sz="1800" b="1">
              <a:ea typeface="MS PGothic"/>
              <a:cs typeface="Arial"/>
            </a:endParaRPr>
          </a:p>
        </p:txBody>
      </p:sp>
      <p:sp>
        <p:nvSpPr>
          <p:cNvPr id="24" name="TextBox 381">
            <a:extLst>
              <a:ext uri="{FF2B5EF4-FFF2-40B4-BE49-F238E27FC236}">
                <a16:creationId xmlns:a16="http://schemas.microsoft.com/office/drawing/2014/main" id="{B848A9F2-B533-786F-6E7B-2D53FF62449E}"/>
              </a:ext>
            </a:extLst>
          </p:cNvPr>
          <p:cNvSpPr txBox="1">
            <a:spLocks noChangeArrowheads="1"/>
          </p:cNvSpPr>
          <p:nvPr/>
        </p:nvSpPr>
        <p:spPr bwMode="auto">
          <a:xfrm>
            <a:off x="15171782" y="17682541"/>
            <a:ext cx="13379858" cy="3194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6" tIns="45710" rIns="91426" bIns="45710" anchor="t">
            <a:spAutoFit/>
          </a:bodyPr>
          <a:lstStyle>
            <a:lvl1pPr defTabSz="3762375">
              <a:spcBef>
                <a:spcPct val="20000"/>
              </a:spcBef>
              <a:buChar char="•"/>
              <a:defRPr sz="15400">
                <a:solidFill>
                  <a:schemeClr val="tx1"/>
                </a:solidFill>
                <a:latin typeface="Arial" panose="020B0604020202020204" pitchFamily="34" charset="0"/>
                <a:ea typeface="MS PGothic" panose="020B0600070205080204" pitchFamily="34" charset="-128"/>
              </a:defRPr>
            </a:lvl1pPr>
            <a:lvl2pPr marL="742950" indent="-285750" defTabSz="3762375">
              <a:spcBef>
                <a:spcPct val="20000"/>
              </a:spcBef>
              <a:buChar char="–"/>
              <a:defRPr sz="13400">
                <a:solidFill>
                  <a:schemeClr val="tx1"/>
                </a:solidFill>
                <a:latin typeface="Arial" panose="020B0604020202020204" pitchFamily="34" charset="0"/>
                <a:ea typeface="MS PGothic" panose="020B0600070205080204" pitchFamily="34" charset="-128"/>
              </a:defRPr>
            </a:lvl2pPr>
            <a:lvl3pPr marL="1143000" indent="-228600" defTabSz="3762375">
              <a:spcBef>
                <a:spcPct val="20000"/>
              </a:spcBef>
              <a:buChar char="•"/>
              <a:defRPr sz="11500">
                <a:solidFill>
                  <a:schemeClr val="tx1"/>
                </a:solidFill>
                <a:latin typeface="Arial" panose="020B0604020202020204" pitchFamily="34" charset="0"/>
                <a:ea typeface="MS PGothic" panose="020B0600070205080204" pitchFamily="34" charset="-128"/>
              </a:defRPr>
            </a:lvl3pPr>
            <a:lvl4pPr marL="16002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4pPr>
            <a:lvl5pPr marL="20574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5pPr>
            <a:lvl6pPr marL="25146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6pPr>
            <a:lvl7pPr marL="29718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7pPr>
            <a:lvl8pPr marL="34290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8pPr>
            <a:lvl9pPr marL="38862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9pPr>
          </a:lstStyle>
          <a:p>
            <a:pPr algn="just">
              <a:spcBef>
                <a:spcPts val="20"/>
              </a:spcBef>
              <a:buNone/>
            </a:pPr>
            <a:r>
              <a:rPr lang="en-US" sz="2800">
                <a:cs typeface="Arial"/>
              </a:rPr>
              <a:t>The inductance and capacitance for a high-pass filter with a 1 dB cutoff frequency of 2.3 GHz were calculated as:</a:t>
            </a:r>
            <a:endParaRPr lang="en-US"/>
          </a:p>
          <a:p>
            <a:pPr marL="457200" indent="-457200" algn="just">
              <a:buFont typeface="Arial"/>
              <a:buChar char="•"/>
            </a:pPr>
            <a:r>
              <a:rPr lang="en-US" sz="2800">
                <a:cs typeface="Arial"/>
              </a:rPr>
              <a:t>L = 6.0 </a:t>
            </a:r>
            <a:r>
              <a:rPr lang="en-US" sz="2800" err="1">
                <a:cs typeface="Arial"/>
              </a:rPr>
              <a:t>nH</a:t>
            </a:r>
            <a:endParaRPr lang="en-US">
              <a:cs typeface="Arial" panose="020B0604020202020204" pitchFamily="34" charset="0"/>
            </a:endParaRPr>
          </a:p>
          <a:p>
            <a:pPr marL="457200" indent="-457200" algn="just">
              <a:buFont typeface="Arial"/>
              <a:buChar char="•"/>
            </a:pPr>
            <a:r>
              <a:rPr lang="en-US" sz="2800">
                <a:latin typeface="Arial"/>
                <a:ea typeface="MS PGothic"/>
                <a:cs typeface="Arial"/>
              </a:rPr>
              <a:t>C = 2.47 pF</a:t>
            </a:r>
            <a:endParaRPr lang="en-US">
              <a:latin typeface="Arial"/>
              <a:ea typeface="MS PGothic"/>
              <a:cs typeface="Arial" panose="020B0604020202020204" pitchFamily="34" charset="0"/>
            </a:endParaRPr>
          </a:p>
          <a:p>
            <a:pPr algn="just">
              <a:buNone/>
            </a:pPr>
            <a:endParaRPr lang="en-US" sz="1400">
              <a:latin typeface="Arial"/>
              <a:ea typeface="MS PGothic"/>
              <a:cs typeface="Arial"/>
            </a:endParaRPr>
          </a:p>
          <a:p>
            <a:pPr algn="just">
              <a:buNone/>
            </a:pPr>
            <a:r>
              <a:rPr lang="en-US" sz="2800">
                <a:latin typeface="Arial"/>
                <a:ea typeface="MS PGothic"/>
                <a:cs typeface="Arial"/>
              </a:rPr>
              <a:t>S21 and S11 plots from an ADS simulation of a third-order high-pass reflectionless filter using the calculated component values are shown in Fig. 5.</a:t>
            </a:r>
            <a:endParaRPr lang="en-US"/>
          </a:p>
        </p:txBody>
      </p:sp>
      <p:sp>
        <p:nvSpPr>
          <p:cNvPr id="25" name="Rectangle 167">
            <a:extLst>
              <a:ext uri="{FF2B5EF4-FFF2-40B4-BE49-F238E27FC236}">
                <a16:creationId xmlns:a16="http://schemas.microsoft.com/office/drawing/2014/main" id="{40C63B82-D6EC-BAB5-A151-A2E5AA63C3B2}"/>
              </a:ext>
            </a:extLst>
          </p:cNvPr>
          <p:cNvSpPr>
            <a:spLocks noChangeArrowheads="1"/>
          </p:cNvSpPr>
          <p:nvPr/>
        </p:nvSpPr>
        <p:spPr bwMode="auto">
          <a:xfrm>
            <a:off x="15147042" y="21151790"/>
            <a:ext cx="13415963" cy="979488"/>
          </a:xfrm>
          <a:prstGeom prst="rect">
            <a:avLst/>
          </a:prstGeom>
          <a:solidFill>
            <a:srgbClr val="059033"/>
          </a:solidFill>
          <a:ln>
            <a:headEnd/>
            <a:tailEnd/>
          </a:ln>
        </p:spPr>
        <p:style>
          <a:lnRef idx="1">
            <a:schemeClr val="accent1"/>
          </a:lnRef>
          <a:fillRef idx="3">
            <a:schemeClr val="accent1"/>
          </a:fillRef>
          <a:effectRef idx="2">
            <a:schemeClr val="accent1"/>
          </a:effectRef>
          <a:fontRef idx="minor">
            <a:schemeClr val="lt1"/>
          </a:fontRef>
        </p:style>
        <p:txBody>
          <a:bodyPr wrap="none" lIns="137160" tIns="68580" rIns="137160" bIns="68580" anchor="ctr"/>
          <a:lstStyle>
            <a:lvl1pPr defTabSz="3762375">
              <a:spcBef>
                <a:spcPct val="20000"/>
              </a:spcBef>
              <a:buChar char="•"/>
              <a:defRPr sz="15400">
                <a:solidFill>
                  <a:schemeClr val="tx1"/>
                </a:solidFill>
                <a:latin typeface="Arial" panose="020B0604020202020204" pitchFamily="34" charset="0"/>
                <a:ea typeface="MS PGothic" panose="020B0600070205080204" pitchFamily="34" charset="-128"/>
              </a:defRPr>
            </a:lvl1pPr>
            <a:lvl2pPr marL="742950" indent="-285750" defTabSz="3762375">
              <a:spcBef>
                <a:spcPct val="20000"/>
              </a:spcBef>
              <a:buChar char="–"/>
              <a:defRPr sz="13400">
                <a:solidFill>
                  <a:schemeClr val="tx1"/>
                </a:solidFill>
                <a:latin typeface="Arial" panose="020B0604020202020204" pitchFamily="34" charset="0"/>
                <a:ea typeface="MS PGothic" panose="020B0600070205080204" pitchFamily="34" charset="-128"/>
              </a:defRPr>
            </a:lvl2pPr>
            <a:lvl3pPr marL="1143000" indent="-228600" defTabSz="3762375">
              <a:spcBef>
                <a:spcPct val="20000"/>
              </a:spcBef>
              <a:buChar char="•"/>
              <a:defRPr sz="11500">
                <a:solidFill>
                  <a:schemeClr val="tx1"/>
                </a:solidFill>
                <a:latin typeface="Arial" panose="020B0604020202020204" pitchFamily="34" charset="0"/>
                <a:ea typeface="MS PGothic" panose="020B0600070205080204" pitchFamily="34" charset="-128"/>
              </a:defRPr>
            </a:lvl3pPr>
            <a:lvl4pPr marL="16002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4pPr>
            <a:lvl5pPr marL="20574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5pPr>
            <a:lvl6pPr marL="25146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6pPr>
            <a:lvl7pPr marL="29718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7pPr>
            <a:lvl8pPr marL="34290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8pPr>
            <a:lvl9pPr marL="38862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None/>
            </a:pPr>
            <a:r>
              <a:rPr lang="en-US" altLang="en-US" sz="5800" b="1">
                <a:solidFill>
                  <a:schemeClr val="bg1"/>
                </a:solidFill>
                <a:latin typeface="Arial"/>
                <a:ea typeface="MS PGothic"/>
                <a:cs typeface="Arial"/>
              </a:rPr>
              <a:t>Design</a:t>
            </a:r>
            <a:endParaRPr lang="en-US" altLang="en-US" sz="5800" b="1">
              <a:solidFill>
                <a:schemeClr val="bg1"/>
              </a:solidFill>
              <a:cs typeface="Arial"/>
            </a:endParaRPr>
          </a:p>
        </p:txBody>
      </p:sp>
      <p:sp>
        <p:nvSpPr>
          <p:cNvPr id="26" name="Rectangle 167">
            <a:extLst>
              <a:ext uri="{FF2B5EF4-FFF2-40B4-BE49-F238E27FC236}">
                <a16:creationId xmlns:a16="http://schemas.microsoft.com/office/drawing/2014/main" id="{E8AA440E-5F19-C353-6F99-EB8AFD03FD85}"/>
              </a:ext>
            </a:extLst>
          </p:cNvPr>
          <p:cNvSpPr>
            <a:spLocks noChangeArrowheads="1"/>
          </p:cNvSpPr>
          <p:nvPr/>
        </p:nvSpPr>
        <p:spPr bwMode="auto">
          <a:xfrm>
            <a:off x="29148952" y="8203711"/>
            <a:ext cx="13536732" cy="979488"/>
          </a:xfrm>
          <a:prstGeom prst="rect">
            <a:avLst/>
          </a:prstGeom>
          <a:solidFill>
            <a:srgbClr val="059033"/>
          </a:solidFill>
          <a:ln>
            <a:headEnd/>
            <a:tailEnd/>
          </a:ln>
        </p:spPr>
        <p:style>
          <a:lnRef idx="1">
            <a:schemeClr val="accent1"/>
          </a:lnRef>
          <a:fillRef idx="3">
            <a:schemeClr val="accent1"/>
          </a:fillRef>
          <a:effectRef idx="2">
            <a:schemeClr val="accent1"/>
          </a:effectRef>
          <a:fontRef idx="minor">
            <a:schemeClr val="lt1"/>
          </a:fontRef>
        </p:style>
        <p:txBody>
          <a:bodyPr wrap="none" lIns="137160" tIns="68580" rIns="137160" bIns="68580" anchor="ctr"/>
          <a:lstStyle>
            <a:lvl1pPr defTabSz="3762375">
              <a:spcBef>
                <a:spcPct val="20000"/>
              </a:spcBef>
              <a:buChar char="•"/>
              <a:defRPr sz="15400">
                <a:solidFill>
                  <a:schemeClr val="tx1"/>
                </a:solidFill>
                <a:latin typeface="Arial" panose="020B0604020202020204" pitchFamily="34" charset="0"/>
                <a:ea typeface="MS PGothic" panose="020B0600070205080204" pitchFamily="34" charset="-128"/>
              </a:defRPr>
            </a:lvl1pPr>
            <a:lvl2pPr marL="742950" indent="-285750" defTabSz="3762375">
              <a:spcBef>
                <a:spcPct val="20000"/>
              </a:spcBef>
              <a:buChar char="–"/>
              <a:defRPr sz="13400">
                <a:solidFill>
                  <a:schemeClr val="tx1"/>
                </a:solidFill>
                <a:latin typeface="Arial" panose="020B0604020202020204" pitchFamily="34" charset="0"/>
                <a:ea typeface="MS PGothic" panose="020B0600070205080204" pitchFamily="34" charset="-128"/>
              </a:defRPr>
            </a:lvl2pPr>
            <a:lvl3pPr marL="1143000" indent="-228600" defTabSz="3762375">
              <a:spcBef>
                <a:spcPct val="20000"/>
              </a:spcBef>
              <a:buChar char="•"/>
              <a:defRPr sz="11500">
                <a:solidFill>
                  <a:schemeClr val="tx1"/>
                </a:solidFill>
                <a:latin typeface="Arial" panose="020B0604020202020204" pitchFamily="34" charset="0"/>
                <a:ea typeface="MS PGothic" panose="020B0600070205080204" pitchFamily="34" charset="-128"/>
              </a:defRPr>
            </a:lvl3pPr>
            <a:lvl4pPr marL="16002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4pPr>
            <a:lvl5pPr marL="20574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5pPr>
            <a:lvl6pPr marL="25146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6pPr>
            <a:lvl7pPr marL="29718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7pPr>
            <a:lvl8pPr marL="34290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8pPr>
            <a:lvl9pPr marL="38862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9pPr>
          </a:lstStyle>
          <a:p>
            <a:pPr algn="ctr">
              <a:spcBef>
                <a:spcPct val="0"/>
              </a:spcBef>
              <a:buNone/>
            </a:pPr>
            <a:r>
              <a:rPr lang="en-US" altLang="en-US" sz="5800" b="1">
                <a:solidFill>
                  <a:schemeClr val="bg1"/>
                </a:solidFill>
                <a:latin typeface="Arial"/>
                <a:ea typeface="MS PGothic"/>
                <a:cs typeface="Arial"/>
              </a:rPr>
              <a:t>Fabrication &amp; Testing</a:t>
            </a:r>
            <a:endParaRPr lang="en-US">
              <a:solidFill>
                <a:schemeClr val="bg1"/>
              </a:solidFill>
            </a:endParaRPr>
          </a:p>
        </p:txBody>
      </p:sp>
      <p:sp>
        <p:nvSpPr>
          <p:cNvPr id="27" name="Rectangle 167">
            <a:extLst>
              <a:ext uri="{FF2B5EF4-FFF2-40B4-BE49-F238E27FC236}">
                <a16:creationId xmlns:a16="http://schemas.microsoft.com/office/drawing/2014/main" id="{35D773CE-ECD4-9DB2-EEA2-25AFBE6930D1}"/>
              </a:ext>
            </a:extLst>
          </p:cNvPr>
          <p:cNvSpPr>
            <a:spLocks noChangeArrowheads="1"/>
          </p:cNvSpPr>
          <p:nvPr/>
        </p:nvSpPr>
        <p:spPr bwMode="auto">
          <a:xfrm>
            <a:off x="29100790" y="16059678"/>
            <a:ext cx="13571237" cy="979488"/>
          </a:xfrm>
          <a:prstGeom prst="rect">
            <a:avLst/>
          </a:prstGeom>
          <a:solidFill>
            <a:srgbClr val="059033"/>
          </a:solidFill>
          <a:ln>
            <a:headEnd/>
            <a:tailEnd/>
          </a:ln>
        </p:spPr>
        <p:style>
          <a:lnRef idx="1">
            <a:schemeClr val="accent1"/>
          </a:lnRef>
          <a:fillRef idx="3">
            <a:schemeClr val="accent1"/>
          </a:fillRef>
          <a:effectRef idx="2">
            <a:schemeClr val="accent1"/>
          </a:effectRef>
          <a:fontRef idx="minor">
            <a:schemeClr val="lt1"/>
          </a:fontRef>
        </p:style>
        <p:txBody>
          <a:bodyPr wrap="none" lIns="137160" tIns="68580" rIns="137160" bIns="68580" anchor="ctr"/>
          <a:lstStyle>
            <a:lvl1pPr defTabSz="3762375">
              <a:spcBef>
                <a:spcPct val="20000"/>
              </a:spcBef>
              <a:buChar char="•"/>
              <a:defRPr sz="15400">
                <a:solidFill>
                  <a:schemeClr val="tx1"/>
                </a:solidFill>
                <a:latin typeface="Arial" panose="020B0604020202020204" pitchFamily="34" charset="0"/>
                <a:ea typeface="MS PGothic" panose="020B0600070205080204" pitchFamily="34" charset="-128"/>
              </a:defRPr>
            </a:lvl1pPr>
            <a:lvl2pPr marL="742950" indent="-285750" defTabSz="3762375">
              <a:spcBef>
                <a:spcPct val="20000"/>
              </a:spcBef>
              <a:buChar char="–"/>
              <a:defRPr sz="13400">
                <a:solidFill>
                  <a:schemeClr val="tx1"/>
                </a:solidFill>
                <a:latin typeface="Arial" panose="020B0604020202020204" pitchFamily="34" charset="0"/>
                <a:ea typeface="MS PGothic" panose="020B0600070205080204" pitchFamily="34" charset="-128"/>
              </a:defRPr>
            </a:lvl2pPr>
            <a:lvl3pPr marL="1143000" indent="-228600" defTabSz="3762375">
              <a:spcBef>
                <a:spcPct val="20000"/>
              </a:spcBef>
              <a:buChar char="•"/>
              <a:defRPr sz="11500">
                <a:solidFill>
                  <a:schemeClr val="tx1"/>
                </a:solidFill>
                <a:latin typeface="Arial" panose="020B0604020202020204" pitchFamily="34" charset="0"/>
                <a:ea typeface="MS PGothic" panose="020B0600070205080204" pitchFamily="34" charset="-128"/>
              </a:defRPr>
            </a:lvl3pPr>
            <a:lvl4pPr marL="16002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4pPr>
            <a:lvl5pPr marL="20574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5pPr>
            <a:lvl6pPr marL="25146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6pPr>
            <a:lvl7pPr marL="29718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7pPr>
            <a:lvl8pPr marL="34290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8pPr>
            <a:lvl9pPr marL="38862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9pPr>
          </a:lstStyle>
          <a:p>
            <a:pPr algn="ctr">
              <a:spcBef>
                <a:spcPct val="0"/>
              </a:spcBef>
              <a:buNone/>
            </a:pPr>
            <a:r>
              <a:rPr lang="en-US" altLang="en-US" sz="5800" b="1">
                <a:solidFill>
                  <a:schemeClr val="bg1"/>
                </a:solidFill>
                <a:latin typeface="Arial"/>
                <a:ea typeface="MS PGothic"/>
                <a:cs typeface="Arial"/>
              </a:rPr>
              <a:t>Results</a:t>
            </a:r>
            <a:endParaRPr lang="en-US">
              <a:solidFill>
                <a:schemeClr val="bg1"/>
              </a:solidFill>
            </a:endParaRPr>
          </a:p>
        </p:txBody>
      </p:sp>
      <p:sp>
        <p:nvSpPr>
          <p:cNvPr id="28" name="Rectangle 167">
            <a:extLst>
              <a:ext uri="{FF2B5EF4-FFF2-40B4-BE49-F238E27FC236}">
                <a16:creationId xmlns:a16="http://schemas.microsoft.com/office/drawing/2014/main" id="{5644D8CB-55D8-EDA0-AA51-419E2BB2E3BF}"/>
              </a:ext>
            </a:extLst>
          </p:cNvPr>
          <p:cNvSpPr>
            <a:spLocks noChangeArrowheads="1"/>
          </p:cNvSpPr>
          <p:nvPr/>
        </p:nvSpPr>
        <p:spPr bwMode="auto">
          <a:xfrm>
            <a:off x="29148951" y="24288766"/>
            <a:ext cx="13553985" cy="979488"/>
          </a:xfrm>
          <a:prstGeom prst="rect">
            <a:avLst/>
          </a:prstGeom>
          <a:solidFill>
            <a:srgbClr val="059033"/>
          </a:solidFill>
          <a:ln>
            <a:headEnd/>
            <a:tailEnd/>
          </a:ln>
        </p:spPr>
        <p:style>
          <a:lnRef idx="1">
            <a:schemeClr val="accent1"/>
          </a:lnRef>
          <a:fillRef idx="3">
            <a:schemeClr val="accent1"/>
          </a:fillRef>
          <a:effectRef idx="2">
            <a:schemeClr val="accent1"/>
          </a:effectRef>
          <a:fontRef idx="minor">
            <a:schemeClr val="lt1"/>
          </a:fontRef>
        </p:style>
        <p:txBody>
          <a:bodyPr wrap="none" lIns="137160" tIns="68580" rIns="137160" bIns="68580" anchor="ctr"/>
          <a:lstStyle>
            <a:lvl1pPr defTabSz="3762375">
              <a:spcBef>
                <a:spcPct val="20000"/>
              </a:spcBef>
              <a:buChar char="•"/>
              <a:defRPr sz="15400">
                <a:solidFill>
                  <a:schemeClr val="tx1"/>
                </a:solidFill>
                <a:latin typeface="Arial" panose="020B0604020202020204" pitchFamily="34" charset="0"/>
                <a:ea typeface="MS PGothic" panose="020B0600070205080204" pitchFamily="34" charset="-128"/>
              </a:defRPr>
            </a:lvl1pPr>
            <a:lvl2pPr marL="742950" indent="-285750" defTabSz="3762375">
              <a:spcBef>
                <a:spcPct val="20000"/>
              </a:spcBef>
              <a:buChar char="–"/>
              <a:defRPr sz="13400">
                <a:solidFill>
                  <a:schemeClr val="tx1"/>
                </a:solidFill>
                <a:latin typeface="Arial" panose="020B0604020202020204" pitchFamily="34" charset="0"/>
                <a:ea typeface="MS PGothic" panose="020B0600070205080204" pitchFamily="34" charset="-128"/>
              </a:defRPr>
            </a:lvl2pPr>
            <a:lvl3pPr marL="1143000" indent="-228600" defTabSz="3762375">
              <a:spcBef>
                <a:spcPct val="20000"/>
              </a:spcBef>
              <a:buChar char="•"/>
              <a:defRPr sz="11500">
                <a:solidFill>
                  <a:schemeClr val="tx1"/>
                </a:solidFill>
                <a:latin typeface="Arial" panose="020B0604020202020204" pitchFamily="34" charset="0"/>
                <a:ea typeface="MS PGothic" panose="020B0600070205080204" pitchFamily="34" charset="-128"/>
              </a:defRPr>
            </a:lvl3pPr>
            <a:lvl4pPr marL="16002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4pPr>
            <a:lvl5pPr marL="20574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5pPr>
            <a:lvl6pPr marL="25146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6pPr>
            <a:lvl7pPr marL="29718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7pPr>
            <a:lvl8pPr marL="34290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8pPr>
            <a:lvl9pPr marL="38862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9pPr>
          </a:lstStyle>
          <a:p>
            <a:pPr algn="ctr">
              <a:spcBef>
                <a:spcPct val="0"/>
              </a:spcBef>
              <a:buNone/>
            </a:pPr>
            <a:r>
              <a:rPr lang="en-US" altLang="en-US" sz="5800" b="1">
                <a:solidFill>
                  <a:schemeClr val="bg1"/>
                </a:solidFill>
                <a:latin typeface="Arial"/>
                <a:ea typeface="MS PGothic"/>
                <a:cs typeface="Arial"/>
              </a:rPr>
              <a:t>Conclusion</a:t>
            </a:r>
            <a:endParaRPr lang="en-US"/>
          </a:p>
        </p:txBody>
      </p:sp>
      <p:sp>
        <p:nvSpPr>
          <p:cNvPr id="29" name="Rectangle 167">
            <a:extLst>
              <a:ext uri="{FF2B5EF4-FFF2-40B4-BE49-F238E27FC236}">
                <a16:creationId xmlns:a16="http://schemas.microsoft.com/office/drawing/2014/main" id="{C88AE502-8662-F6A9-15D9-DB3C86DB2C91}"/>
              </a:ext>
            </a:extLst>
          </p:cNvPr>
          <p:cNvSpPr>
            <a:spLocks noChangeArrowheads="1"/>
          </p:cNvSpPr>
          <p:nvPr/>
        </p:nvSpPr>
        <p:spPr bwMode="auto">
          <a:xfrm>
            <a:off x="29148951" y="28350047"/>
            <a:ext cx="13553985" cy="979488"/>
          </a:xfrm>
          <a:prstGeom prst="rect">
            <a:avLst/>
          </a:prstGeom>
          <a:solidFill>
            <a:srgbClr val="059033"/>
          </a:solidFill>
          <a:ln>
            <a:headEnd/>
            <a:tailEnd/>
          </a:ln>
        </p:spPr>
        <p:style>
          <a:lnRef idx="1">
            <a:schemeClr val="accent1"/>
          </a:lnRef>
          <a:fillRef idx="3">
            <a:schemeClr val="accent1"/>
          </a:fillRef>
          <a:effectRef idx="2">
            <a:schemeClr val="accent1"/>
          </a:effectRef>
          <a:fontRef idx="minor">
            <a:schemeClr val="lt1"/>
          </a:fontRef>
        </p:style>
        <p:txBody>
          <a:bodyPr wrap="none" lIns="137160" tIns="68580" rIns="137160" bIns="68580" anchor="ctr"/>
          <a:lstStyle>
            <a:lvl1pPr defTabSz="3762375">
              <a:spcBef>
                <a:spcPct val="20000"/>
              </a:spcBef>
              <a:buChar char="•"/>
              <a:defRPr sz="15400">
                <a:solidFill>
                  <a:schemeClr val="tx1"/>
                </a:solidFill>
                <a:latin typeface="Arial" panose="020B0604020202020204" pitchFamily="34" charset="0"/>
                <a:ea typeface="MS PGothic" panose="020B0600070205080204" pitchFamily="34" charset="-128"/>
              </a:defRPr>
            </a:lvl1pPr>
            <a:lvl2pPr marL="742950" indent="-285750" defTabSz="3762375">
              <a:spcBef>
                <a:spcPct val="20000"/>
              </a:spcBef>
              <a:buChar char="–"/>
              <a:defRPr sz="13400">
                <a:solidFill>
                  <a:schemeClr val="tx1"/>
                </a:solidFill>
                <a:latin typeface="Arial" panose="020B0604020202020204" pitchFamily="34" charset="0"/>
                <a:ea typeface="MS PGothic" panose="020B0600070205080204" pitchFamily="34" charset="-128"/>
              </a:defRPr>
            </a:lvl2pPr>
            <a:lvl3pPr marL="1143000" indent="-228600" defTabSz="3762375">
              <a:spcBef>
                <a:spcPct val="20000"/>
              </a:spcBef>
              <a:buChar char="•"/>
              <a:defRPr sz="11500">
                <a:solidFill>
                  <a:schemeClr val="tx1"/>
                </a:solidFill>
                <a:latin typeface="Arial" panose="020B0604020202020204" pitchFamily="34" charset="0"/>
                <a:ea typeface="MS PGothic" panose="020B0600070205080204" pitchFamily="34" charset="-128"/>
              </a:defRPr>
            </a:lvl3pPr>
            <a:lvl4pPr marL="16002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4pPr>
            <a:lvl5pPr marL="20574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5pPr>
            <a:lvl6pPr marL="25146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6pPr>
            <a:lvl7pPr marL="29718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7pPr>
            <a:lvl8pPr marL="34290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8pPr>
            <a:lvl9pPr marL="38862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9pPr>
          </a:lstStyle>
          <a:p>
            <a:pPr algn="ctr">
              <a:spcBef>
                <a:spcPct val="0"/>
              </a:spcBef>
              <a:buNone/>
            </a:pPr>
            <a:r>
              <a:rPr lang="en-US" altLang="en-US" sz="5800" b="1">
                <a:solidFill>
                  <a:schemeClr val="bg1"/>
                </a:solidFill>
                <a:latin typeface="Arial"/>
                <a:ea typeface="MS PGothic"/>
                <a:cs typeface="Arial"/>
              </a:rPr>
              <a:t>References</a:t>
            </a:r>
            <a:endParaRPr lang="en-US">
              <a:solidFill>
                <a:schemeClr val="bg1"/>
              </a:solidFill>
            </a:endParaRPr>
          </a:p>
        </p:txBody>
      </p:sp>
      <p:pic>
        <p:nvPicPr>
          <p:cNvPr id="31" name="Picture 30" descr="A diagram of electrical circuits&#10;&#10;Description automatically generated">
            <a:extLst>
              <a:ext uri="{FF2B5EF4-FFF2-40B4-BE49-F238E27FC236}">
                <a16:creationId xmlns:a16="http://schemas.microsoft.com/office/drawing/2014/main" id="{07321FD6-340B-CF97-E8DE-00B29E149285}"/>
              </a:ext>
            </a:extLst>
          </p:cNvPr>
          <p:cNvPicPr>
            <a:picLocks noChangeAspect="1"/>
          </p:cNvPicPr>
          <p:nvPr/>
        </p:nvPicPr>
        <p:blipFill>
          <a:blip r:embed="rId8"/>
          <a:stretch>
            <a:fillRect/>
          </a:stretch>
        </p:blipFill>
        <p:spPr>
          <a:xfrm>
            <a:off x="15154490" y="22269627"/>
            <a:ext cx="13458583" cy="4675540"/>
          </a:xfrm>
          <a:prstGeom prst="rect">
            <a:avLst/>
          </a:prstGeom>
        </p:spPr>
      </p:pic>
      <p:sp>
        <p:nvSpPr>
          <p:cNvPr id="34" name="TextBox 381">
            <a:extLst>
              <a:ext uri="{FF2B5EF4-FFF2-40B4-BE49-F238E27FC236}">
                <a16:creationId xmlns:a16="http://schemas.microsoft.com/office/drawing/2014/main" id="{3DA45C0C-A5DC-4FF7-AEF3-1F453BE35B8A}"/>
              </a:ext>
            </a:extLst>
          </p:cNvPr>
          <p:cNvSpPr txBox="1">
            <a:spLocks noChangeArrowheads="1"/>
          </p:cNvSpPr>
          <p:nvPr/>
        </p:nvSpPr>
        <p:spPr bwMode="auto">
          <a:xfrm>
            <a:off x="15207134" y="26990914"/>
            <a:ext cx="13402334" cy="36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6" tIns="45710" rIns="91426" bIns="45710" anchor="t">
            <a:spAutoFit/>
          </a:bodyPr>
          <a:lstStyle>
            <a:lvl1pPr defTabSz="3762375">
              <a:spcBef>
                <a:spcPct val="20000"/>
              </a:spcBef>
              <a:buChar char="•"/>
              <a:defRPr sz="15400">
                <a:solidFill>
                  <a:schemeClr val="tx1"/>
                </a:solidFill>
                <a:latin typeface="Arial" panose="020B0604020202020204" pitchFamily="34" charset="0"/>
                <a:ea typeface="MS PGothic" panose="020B0600070205080204" pitchFamily="34" charset="-128"/>
              </a:defRPr>
            </a:lvl1pPr>
            <a:lvl2pPr marL="742950" indent="-285750" defTabSz="3762375">
              <a:spcBef>
                <a:spcPct val="20000"/>
              </a:spcBef>
              <a:buChar char="–"/>
              <a:defRPr sz="13400">
                <a:solidFill>
                  <a:schemeClr val="tx1"/>
                </a:solidFill>
                <a:latin typeface="Arial" panose="020B0604020202020204" pitchFamily="34" charset="0"/>
                <a:ea typeface="MS PGothic" panose="020B0600070205080204" pitchFamily="34" charset="-128"/>
              </a:defRPr>
            </a:lvl2pPr>
            <a:lvl3pPr marL="1143000" indent="-228600" defTabSz="3762375">
              <a:spcBef>
                <a:spcPct val="20000"/>
              </a:spcBef>
              <a:buChar char="•"/>
              <a:defRPr sz="11500">
                <a:solidFill>
                  <a:schemeClr val="tx1"/>
                </a:solidFill>
                <a:latin typeface="Arial" panose="020B0604020202020204" pitchFamily="34" charset="0"/>
                <a:ea typeface="MS PGothic" panose="020B0600070205080204" pitchFamily="34" charset="-128"/>
              </a:defRPr>
            </a:lvl3pPr>
            <a:lvl4pPr marL="16002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4pPr>
            <a:lvl5pPr marL="20574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5pPr>
            <a:lvl6pPr marL="25146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6pPr>
            <a:lvl7pPr marL="29718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7pPr>
            <a:lvl8pPr marL="34290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8pPr>
            <a:lvl9pPr marL="38862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9pPr>
          </a:lstStyle>
          <a:p>
            <a:pPr algn="ctr">
              <a:spcBef>
                <a:spcPct val="50000"/>
              </a:spcBef>
              <a:buNone/>
            </a:pPr>
            <a:r>
              <a:rPr lang="en-US" sz="1800" b="1">
                <a:latin typeface="Arial"/>
                <a:ea typeface="MS PGothic"/>
                <a:cs typeface="Arial"/>
              </a:rPr>
              <a:t>Figure 7: Schematic of a Fifth Order, Third Order, Fifth Order Reflectionless High-pass Filter Cascade</a:t>
            </a:r>
            <a:endParaRPr lang="en-US" sz="1800" b="1">
              <a:ea typeface="MS PGothic"/>
              <a:cs typeface="Arial"/>
            </a:endParaRPr>
          </a:p>
        </p:txBody>
      </p:sp>
      <p:sp>
        <p:nvSpPr>
          <p:cNvPr id="35" name="TextBox 381">
            <a:extLst>
              <a:ext uri="{FF2B5EF4-FFF2-40B4-BE49-F238E27FC236}">
                <a16:creationId xmlns:a16="http://schemas.microsoft.com/office/drawing/2014/main" id="{952B5AA9-0D40-0C18-5A52-53CDCD22AB04}"/>
              </a:ext>
            </a:extLst>
          </p:cNvPr>
          <p:cNvSpPr txBox="1">
            <a:spLocks noChangeArrowheads="1"/>
          </p:cNvSpPr>
          <p:nvPr/>
        </p:nvSpPr>
        <p:spPr bwMode="auto">
          <a:xfrm>
            <a:off x="15172628" y="32184015"/>
            <a:ext cx="7760659" cy="36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6" tIns="45710" rIns="91426" bIns="45710" anchor="t">
            <a:spAutoFit/>
          </a:bodyPr>
          <a:lstStyle>
            <a:lvl1pPr defTabSz="3762375">
              <a:spcBef>
                <a:spcPct val="20000"/>
              </a:spcBef>
              <a:buChar char="•"/>
              <a:defRPr sz="15400">
                <a:solidFill>
                  <a:schemeClr val="tx1"/>
                </a:solidFill>
                <a:latin typeface="Arial" panose="020B0604020202020204" pitchFamily="34" charset="0"/>
                <a:ea typeface="MS PGothic" panose="020B0600070205080204" pitchFamily="34" charset="-128"/>
              </a:defRPr>
            </a:lvl1pPr>
            <a:lvl2pPr marL="742950" indent="-285750" defTabSz="3762375">
              <a:spcBef>
                <a:spcPct val="20000"/>
              </a:spcBef>
              <a:buChar char="–"/>
              <a:defRPr sz="13400">
                <a:solidFill>
                  <a:schemeClr val="tx1"/>
                </a:solidFill>
                <a:latin typeface="Arial" panose="020B0604020202020204" pitchFamily="34" charset="0"/>
                <a:ea typeface="MS PGothic" panose="020B0600070205080204" pitchFamily="34" charset="-128"/>
              </a:defRPr>
            </a:lvl2pPr>
            <a:lvl3pPr marL="1143000" indent="-228600" defTabSz="3762375">
              <a:spcBef>
                <a:spcPct val="20000"/>
              </a:spcBef>
              <a:buChar char="•"/>
              <a:defRPr sz="11500">
                <a:solidFill>
                  <a:schemeClr val="tx1"/>
                </a:solidFill>
                <a:latin typeface="Arial" panose="020B0604020202020204" pitchFamily="34" charset="0"/>
                <a:ea typeface="MS PGothic" panose="020B0600070205080204" pitchFamily="34" charset="-128"/>
              </a:defRPr>
            </a:lvl3pPr>
            <a:lvl4pPr marL="16002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4pPr>
            <a:lvl5pPr marL="20574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5pPr>
            <a:lvl6pPr marL="25146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6pPr>
            <a:lvl7pPr marL="29718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7pPr>
            <a:lvl8pPr marL="34290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8pPr>
            <a:lvl9pPr marL="38862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9pPr>
          </a:lstStyle>
          <a:p>
            <a:pPr algn="ctr">
              <a:spcBef>
                <a:spcPct val="50000"/>
              </a:spcBef>
              <a:buNone/>
            </a:pPr>
            <a:r>
              <a:rPr lang="en-US" sz="1800" b="1">
                <a:latin typeface="Arial"/>
                <a:ea typeface="MS PGothic"/>
                <a:cs typeface="Arial"/>
              </a:rPr>
              <a:t>Figure 8: ADS Simulation of Our Design</a:t>
            </a:r>
            <a:endParaRPr lang="en-US" sz="1800" b="1">
              <a:ea typeface="MS PGothic"/>
              <a:cs typeface="Arial"/>
            </a:endParaRPr>
          </a:p>
        </p:txBody>
      </p:sp>
      <p:pic>
        <p:nvPicPr>
          <p:cNvPr id="37" name="Picture 36" descr="A machine with a screen and wires&#10;&#10;Description automatically generated">
            <a:extLst>
              <a:ext uri="{FF2B5EF4-FFF2-40B4-BE49-F238E27FC236}">
                <a16:creationId xmlns:a16="http://schemas.microsoft.com/office/drawing/2014/main" id="{D94EFCD1-6EB2-78B6-4AD4-CF2DCC5E4563}"/>
              </a:ext>
            </a:extLst>
          </p:cNvPr>
          <p:cNvPicPr>
            <a:picLocks noChangeAspect="1"/>
          </p:cNvPicPr>
          <p:nvPr/>
        </p:nvPicPr>
        <p:blipFill>
          <a:blip r:embed="rId9"/>
          <a:srcRect l="15294" t="5138" r="8682" b="18263"/>
          <a:stretch/>
        </p:blipFill>
        <p:spPr>
          <a:xfrm>
            <a:off x="29141293" y="9365068"/>
            <a:ext cx="7801239" cy="6121378"/>
          </a:xfrm>
          <a:prstGeom prst="rect">
            <a:avLst/>
          </a:prstGeom>
        </p:spPr>
      </p:pic>
      <p:sp>
        <p:nvSpPr>
          <p:cNvPr id="38" name="TextBox 381">
            <a:extLst>
              <a:ext uri="{FF2B5EF4-FFF2-40B4-BE49-F238E27FC236}">
                <a16:creationId xmlns:a16="http://schemas.microsoft.com/office/drawing/2014/main" id="{02008AB3-493C-B69A-B903-BE23123E4589}"/>
              </a:ext>
            </a:extLst>
          </p:cNvPr>
          <p:cNvSpPr txBox="1">
            <a:spLocks noChangeArrowheads="1"/>
          </p:cNvSpPr>
          <p:nvPr/>
        </p:nvSpPr>
        <p:spPr bwMode="auto">
          <a:xfrm>
            <a:off x="30247810" y="15648950"/>
            <a:ext cx="5569551" cy="36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6" tIns="45710" rIns="91426" bIns="45710" anchor="t">
            <a:spAutoFit/>
          </a:bodyPr>
          <a:lstStyle>
            <a:lvl1pPr defTabSz="3762375">
              <a:spcBef>
                <a:spcPct val="20000"/>
              </a:spcBef>
              <a:buChar char="•"/>
              <a:defRPr sz="15400">
                <a:solidFill>
                  <a:schemeClr val="tx1"/>
                </a:solidFill>
                <a:latin typeface="Arial" panose="020B0604020202020204" pitchFamily="34" charset="0"/>
                <a:ea typeface="MS PGothic" panose="020B0600070205080204" pitchFamily="34" charset="-128"/>
              </a:defRPr>
            </a:lvl1pPr>
            <a:lvl2pPr marL="742950" indent="-285750" defTabSz="3762375">
              <a:spcBef>
                <a:spcPct val="20000"/>
              </a:spcBef>
              <a:buChar char="–"/>
              <a:defRPr sz="13400">
                <a:solidFill>
                  <a:schemeClr val="tx1"/>
                </a:solidFill>
                <a:latin typeface="Arial" panose="020B0604020202020204" pitchFamily="34" charset="0"/>
                <a:ea typeface="MS PGothic" panose="020B0600070205080204" pitchFamily="34" charset="-128"/>
              </a:defRPr>
            </a:lvl2pPr>
            <a:lvl3pPr marL="1143000" indent="-228600" defTabSz="3762375">
              <a:spcBef>
                <a:spcPct val="20000"/>
              </a:spcBef>
              <a:buChar char="•"/>
              <a:defRPr sz="11500">
                <a:solidFill>
                  <a:schemeClr val="tx1"/>
                </a:solidFill>
                <a:latin typeface="Arial" panose="020B0604020202020204" pitchFamily="34" charset="0"/>
                <a:ea typeface="MS PGothic" panose="020B0600070205080204" pitchFamily="34" charset="-128"/>
              </a:defRPr>
            </a:lvl3pPr>
            <a:lvl4pPr marL="16002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4pPr>
            <a:lvl5pPr marL="20574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5pPr>
            <a:lvl6pPr marL="25146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6pPr>
            <a:lvl7pPr marL="29718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7pPr>
            <a:lvl8pPr marL="34290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8pPr>
            <a:lvl9pPr marL="38862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9pPr>
          </a:lstStyle>
          <a:p>
            <a:pPr algn="ctr">
              <a:spcBef>
                <a:spcPct val="50000"/>
              </a:spcBef>
              <a:buNone/>
            </a:pPr>
            <a:r>
              <a:rPr lang="en-US" sz="1800" b="1">
                <a:latin typeface="Arial"/>
                <a:ea typeface="MS PGothic"/>
                <a:cs typeface="Arial"/>
              </a:rPr>
              <a:t>Figure 10: Prototype Test Setup</a:t>
            </a:r>
            <a:endParaRPr lang="en-US" sz="1800" b="1">
              <a:ea typeface="MS PGothic"/>
              <a:cs typeface="Arial"/>
            </a:endParaRPr>
          </a:p>
        </p:txBody>
      </p:sp>
      <p:sp>
        <p:nvSpPr>
          <p:cNvPr id="43" name="TextBox 381">
            <a:extLst>
              <a:ext uri="{FF2B5EF4-FFF2-40B4-BE49-F238E27FC236}">
                <a16:creationId xmlns:a16="http://schemas.microsoft.com/office/drawing/2014/main" id="{4A005BED-CF5E-B475-397C-31296BE90324}"/>
              </a:ext>
            </a:extLst>
          </p:cNvPr>
          <p:cNvSpPr txBox="1">
            <a:spLocks noChangeArrowheads="1"/>
          </p:cNvSpPr>
          <p:nvPr/>
        </p:nvSpPr>
        <p:spPr bwMode="auto">
          <a:xfrm>
            <a:off x="29690443" y="23362138"/>
            <a:ext cx="7487278" cy="800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6" tIns="45710" rIns="91426" bIns="45710" anchor="t">
            <a:spAutoFit/>
          </a:bodyPr>
          <a:lstStyle>
            <a:lvl1pPr defTabSz="3762375">
              <a:spcBef>
                <a:spcPct val="20000"/>
              </a:spcBef>
              <a:buChar char="•"/>
              <a:defRPr sz="15400">
                <a:solidFill>
                  <a:schemeClr val="tx1"/>
                </a:solidFill>
                <a:latin typeface="Arial" panose="020B0604020202020204" pitchFamily="34" charset="0"/>
                <a:ea typeface="MS PGothic" panose="020B0600070205080204" pitchFamily="34" charset="-128"/>
              </a:defRPr>
            </a:lvl1pPr>
            <a:lvl2pPr marL="742950" indent="-285750" defTabSz="3762375">
              <a:spcBef>
                <a:spcPct val="20000"/>
              </a:spcBef>
              <a:buChar char="–"/>
              <a:defRPr sz="13400">
                <a:solidFill>
                  <a:schemeClr val="tx1"/>
                </a:solidFill>
                <a:latin typeface="Arial" panose="020B0604020202020204" pitchFamily="34" charset="0"/>
                <a:ea typeface="MS PGothic" panose="020B0600070205080204" pitchFamily="34" charset="-128"/>
              </a:defRPr>
            </a:lvl2pPr>
            <a:lvl3pPr marL="1143000" indent="-228600" defTabSz="3762375">
              <a:spcBef>
                <a:spcPct val="20000"/>
              </a:spcBef>
              <a:buChar char="•"/>
              <a:defRPr sz="11500">
                <a:solidFill>
                  <a:schemeClr val="tx1"/>
                </a:solidFill>
                <a:latin typeface="Arial" panose="020B0604020202020204" pitchFamily="34" charset="0"/>
                <a:ea typeface="MS PGothic" panose="020B0600070205080204" pitchFamily="34" charset="-128"/>
              </a:defRPr>
            </a:lvl3pPr>
            <a:lvl4pPr marL="16002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4pPr>
            <a:lvl5pPr marL="20574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5pPr>
            <a:lvl6pPr marL="25146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6pPr>
            <a:lvl7pPr marL="29718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7pPr>
            <a:lvl8pPr marL="34290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8pPr>
            <a:lvl9pPr marL="38862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9pPr>
          </a:lstStyle>
          <a:p>
            <a:pPr algn="ctr">
              <a:spcBef>
                <a:spcPct val="50000"/>
              </a:spcBef>
              <a:buNone/>
            </a:pPr>
            <a:r>
              <a:rPr lang="en-US" sz="1800" b="1">
                <a:latin typeface="Arial"/>
                <a:ea typeface="MS PGothic"/>
                <a:cs typeface="Arial"/>
              </a:rPr>
              <a:t>Figure 11: Prototype vs. Competitor</a:t>
            </a:r>
            <a:r>
              <a:rPr kumimoji="0" lang="en-US" sz="2800" b="0" i="0" u="none" strike="noStrike" kern="1200" cap="none" spc="0" normalizeH="0" baseline="0" noProof="0">
                <a:ln>
                  <a:noFill/>
                </a:ln>
                <a:solidFill>
                  <a:srgbClr val="000000"/>
                </a:solidFill>
                <a:effectLst/>
                <a:uLnTx/>
                <a:uFillTx/>
                <a:latin typeface="Arial"/>
                <a:ea typeface="MS PGothic"/>
                <a:cs typeface="Arial"/>
              </a:rPr>
              <a:t> </a:t>
            </a:r>
            <a:r>
              <a:rPr kumimoji="0" lang="en-US" sz="1800" b="0" i="0" u="none" strike="noStrike" kern="1200" cap="none" spc="0" normalizeH="0" baseline="0" noProof="0">
                <a:ln>
                  <a:noFill/>
                </a:ln>
                <a:solidFill>
                  <a:srgbClr val="000000"/>
                </a:solidFill>
                <a:effectLst/>
                <a:uLnTx/>
                <a:uFillTx/>
                <a:latin typeface="Arial"/>
                <a:ea typeface="MS PGothic"/>
                <a:cs typeface="Arial"/>
              </a:rPr>
              <a:t>(</a:t>
            </a:r>
            <a:r>
              <a:rPr kumimoji="0" lang="en-US" sz="1800" b="1" i="0" u="none" strike="noStrike" kern="1200" cap="none" spc="0" normalizeH="0" baseline="0" noProof="0">
                <a:ln>
                  <a:noFill/>
                </a:ln>
                <a:solidFill>
                  <a:srgbClr val="000000"/>
                </a:solidFill>
                <a:effectLst/>
                <a:uLnTx/>
                <a:uFillTx/>
                <a:latin typeface="Arial"/>
                <a:ea typeface="MS PGothic"/>
                <a:cs typeface="Arial"/>
              </a:rPr>
              <a:t>Mini-Circuits; ZXHF-K23+)</a:t>
            </a:r>
            <a:r>
              <a:rPr kumimoji="0" lang="en-US" sz="2800" b="0" i="0" u="none" strike="noStrike" kern="1200" cap="none" spc="0" normalizeH="0" baseline="0" noProof="0">
                <a:ln>
                  <a:noFill/>
                </a:ln>
                <a:solidFill>
                  <a:srgbClr val="000000"/>
                </a:solidFill>
                <a:effectLst/>
                <a:uLnTx/>
                <a:uFillTx/>
                <a:latin typeface="Arial"/>
                <a:ea typeface="MS PGothic"/>
                <a:cs typeface="Arial"/>
              </a:rPr>
              <a:t> </a:t>
            </a:r>
            <a:r>
              <a:rPr lang="en-US" sz="1800" b="1">
                <a:latin typeface="Arial"/>
                <a:ea typeface="MS PGothic"/>
                <a:cs typeface="Arial"/>
              </a:rPr>
              <a:t>VNA Results</a:t>
            </a:r>
            <a:endParaRPr lang="en-US" sz="1800" b="1">
              <a:ea typeface="MS PGothic"/>
              <a:cs typeface="Arial"/>
            </a:endParaRPr>
          </a:p>
        </p:txBody>
      </p:sp>
      <p:sp>
        <p:nvSpPr>
          <p:cNvPr id="44" name="TextBox 381">
            <a:extLst>
              <a:ext uri="{FF2B5EF4-FFF2-40B4-BE49-F238E27FC236}">
                <a16:creationId xmlns:a16="http://schemas.microsoft.com/office/drawing/2014/main" id="{2F7F34DA-E9AB-3A39-B0BF-AF6C84751FF1}"/>
              </a:ext>
            </a:extLst>
          </p:cNvPr>
          <p:cNvSpPr txBox="1">
            <a:spLocks noChangeArrowheads="1"/>
          </p:cNvSpPr>
          <p:nvPr/>
        </p:nvSpPr>
        <p:spPr bwMode="auto">
          <a:xfrm>
            <a:off x="37035445" y="9559659"/>
            <a:ext cx="5843577" cy="6235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6" tIns="45710" rIns="91426" bIns="45710" anchor="t">
            <a:spAutoFit/>
          </a:bodyPr>
          <a:lstStyle>
            <a:lvl1pPr defTabSz="3762375">
              <a:spcBef>
                <a:spcPct val="20000"/>
              </a:spcBef>
              <a:buChar char="•"/>
              <a:defRPr sz="15400">
                <a:solidFill>
                  <a:schemeClr val="tx1"/>
                </a:solidFill>
                <a:latin typeface="Arial" panose="020B0604020202020204" pitchFamily="34" charset="0"/>
                <a:ea typeface="MS PGothic" panose="020B0600070205080204" pitchFamily="34" charset="-128"/>
              </a:defRPr>
            </a:lvl1pPr>
            <a:lvl2pPr marL="742950" indent="-285750" defTabSz="3762375">
              <a:spcBef>
                <a:spcPct val="20000"/>
              </a:spcBef>
              <a:buChar char="–"/>
              <a:defRPr sz="13400">
                <a:solidFill>
                  <a:schemeClr val="tx1"/>
                </a:solidFill>
                <a:latin typeface="Arial" panose="020B0604020202020204" pitchFamily="34" charset="0"/>
                <a:ea typeface="MS PGothic" panose="020B0600070205080204" pitchFamily="34" charset="-128"/>
              </a:defRPr>
            </a:lvl2pPr>
            <a:lvl3pPr marL="1143000" indent="-228600" defTabSz="3762375">
              <a:spcBef>
                <a:spcPct val="20000"/>
              </a:spcBef>
              <a:buChar char="•"/>
              <a:defRPr sz="11500">
                <a:solidFill>
                  <a:schemeClr val="tx1"/>
                </a:solidFill>
                <a:latin typeface="Arial" panose="020B0604020202020204" pitchFamily="34" charset="0"/>
                <a:ea typeface="MS PGothic" panose="020B0600070205080204" pitchFamily="34" charset="-128"/>
              </a:defRPr>
            </a:lvl3pPr>
            <a:lvl4pPr marL="16002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4pPr>
            <a:lvl5pPr marL="20574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5pPr>
            <a:lvl6pPr marL="25146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6pPr>
            <a:lvl7pPr marL="29718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7pPr>
            <a:lvl8pPr marL="34290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8pPr>
            <a:lvl9pPr marL="38862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9pPr>
          </a:lstStyle>
          <a:p>
            <a:pPr>
              <a:buNone/>
            </a:pPr>
            <a:r>
              <a:rPr lang="en-US" sz="2800">
                <a:latin typeface="Arial"/>
                <a:ea typeface="MS PGothic"/>
                <a:cs typeface="Arial"/>
              </a:rPr>
              <a:t>Fabrication</a:t>
            </a:r>
          </a:p>
          <a:p>
            <a:pPr marL="457200" indent="-457200"/>
            <a:r>
              <a:rPr lang="en-US" sz="2800">
                <a:latin typeface="Arial"/>
                <a:ea typeface="MS PGothic"/>
                <a:cs typeface="Arial"/>
              </a:rPr>
              <a:t>PCB Manufacturer: JLCPCB</a:t>
            </a:r>
          </a:p>
          <a:p>
            <a:pPr marL="457200" indent="-457200"/>
            <a:r>
              <a:rPr lang="en-US" sz="2800">
                <a:latin typeface="Arial"/>
                <a:ea typeface="MS PGothic"/>
                <a:cs typeface="Arial"/>
              </a:rPr>
              <a:t>Final assembly was performed manually  using a reflow oven.</a:t>
            </a:r>
          </a:p>
          <a:p>
            <a:pPr marL="457200" indent="-457200"/>
            <a:r>
              <a:rPr lang="en-US" sz="2800">
                <a:latin typeface="Arial"/>
                <a:ea typeface="MS PGothic"/>
                <a:cs typeface="Arial"/>
              </a:rPr>
              <a:t>Final cost: $174</a:t>
            </a:r>
            <a:endParaRPr lang="en-US" sz="9600">
              <a:cs typeface="Arial"/>
            </a:endParaRPr>
          </a:p>
          <a:p>
            <a:pPr>
              <a:buNone/>
            </a:pPr>
            <a:endParaRPr lang="en-US" sz="2000">
              <a:latin typeface="Arial"/>
              <a:ea typeface="MS PGothic"/>
              <a:cs typeface="Arial"/>
            </a:endParaRPr>
          </a:p>
          <a:p>
            <a:pPr>
              <a:buNone/>
            </a:pPr>
            <a:r>
              <a:rPr lang="en-US" sz="2800">
                <a:latin typeface="Arial"/>
                <a:ea typeface="MS PGothic"/>
                <a:cs typeface="Arial"/>
              </a:rPr>
              <a:t>Testing</a:t>
            </a:r>
          </a:p>
          <a:p>
            <a:pPr marL="457200" indent="-457200"/>
            <a:r>
              <a:rPr lang="en-US" sz="2800">
                <a:latin typeface="Arial"/>
                <a:ea typeface="MS PGothic"/>
                <a:cs typeface="Arial"/>
              </a:rPr>
              <a:t>Equipment: Rhode and Schwarz ZVB 20 vector network analyzer.</a:t>
            </a:r>
          </a:p>
          <a:p>
            <a:pPr marL="457200" indent="-457200"/>
            <a:r>
              <a:rPr lang="en-US" sz="2800">
                <a:latin typeface="Arial"/>
                <a:ea typeface="MS PGothic"/>
                <a:cs typeface="Arial"/>
              </a:rPr>
              <a:t>KPI: Scattering parameters</a:t>
            </a:r>
          </a:p>
          <a:p>
            <a:pPr marL="457200" indent="-457200"/>
            <a:r>
              <a:rPr lang="en-US" sz="2800">
                <a:latin typeface="Arial"/>
                <a:ea typeface="MS PGothic"/>
                <a:cs typeface="Arial"/>
              </a:rPr>
              <a:t>Parameters: 3000 frequency points between 100 MHz to 10 GHz.</a:t>
            </a:r>
            <a:endParaRPr lang="en-US" sz="9600">
              <a:cs typeface="Arial"/>
            </a:endParaRPr>
          </a:p>
        </p:txBody>
      </p:sp>
      <p:pic>
        <p:nvPicPr>
          <p:cNvPr id="9" name="Picture 8" descr="A green square with white text and yellow letters&#10;&#10;Description automatically generated with medium confidence">
            <a:extLst>
              <a:ext uri="{FF2B5EF4-FFF2-40B4-BE49-F238E27FC236}">
                <a16:creationId xmlns:a16="http://schemas.microsoft.com/office/drawing/2014/main" id="{C424248F-42E6-A79D-6499-18899B2F7903}"/>
              </a:ext>
            </a:extLst>
          </p:cNvPr>
          <p:cNvPicPr>
            <a:picLocks noChangeAspect="1"/>
          </p:cNvPicPr>
          <p:nvPr/>
        </p:nvPicPr>
        <p:blipFill>
          <a:blip r:embed="rId10"/>
          <a:stretch>
            <a:fillRect/>
          </a:stretch>
        </p:blipFill>
        <p:spPr>
          <a:xfrm>
            <a:off x="22898325" y="27482494"/>
            <a:ext cx="5649122" cy="4523676"/>
          </a:xfrm>
          <a:prstGeom prst="rect">
            <a:avLst/>
          </a:prstGeom>
        </p:spPr>
      </p:pic>
      <p:sp>
        <p:nvSpPr>
          <p:cNvPr id="10" name="TextBox 381">
            <a:extLst>
              <a:ext uri="{FF2B5EF4-FFF2-40B4-BE49-F238E27FC236}">
                <a16:creationId xmlns:a16="http://schemas.microsoft.com/office/drawing/2014/main" id="{32DF6123-4F7D-37E9-56BC-EF39DA04339E}"/>
              </a:ext>
            </a:extLst>
          </p:cNvPr>
          <p:cNvSpPr txBox="1">
            <a:spLocks noChangeArrowheads="1"/>
          </p:cNvSpPr>
          <p:nvPr/>
        </p:nvSpPr>
        <p:spPr bwMode="auto">
          <a:xfrm>
            <a:off x="22923035" y="32171471"/>
            <a:ext cx="5569551" cy="36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6" tIns="45710" rIns="91426" bIns="45710" anchor="t">
            <a:spAutoFit/>
          </a:bodyPr>
          <a:lstStyle>
            <a:lvl1pPr defTabSz="3762375">
              <a:spcBef>
                <a:spcPct val="20000"/>
              </a:spcBef>
              <a:buChar char="•"/>
              <a:defRPr sz="15400">
                <a:solidFill>
                  <a:schemeClr val="tx1"/>
                </a:solidFill>
                <a:latin typeface="Arial" panose="020B0604020202020204" pitchFamily="34" charset="0"/>
                <a:ea typeface="MS PGothic" panose="020B0600070205080204" pitchFamily="34" charset="-128"/>
              </a:defRPr>
            </a:lvl1pPr>
            <a:lvl2pPr marL="742950" indent="-285750" defTabSz="3762375">
              <a:spcBef>
                <a:spcPct val="20000"/>
              </a:spcBef>
              <a:buChar char="–"/>
              <a:defRPr sz="13400">
                <a:solidFill>
                  <a:schemeClr val="tx1"/>
                </a:solidFill>
                <a:latin typeface="Arial" panose="020B0604020202020204" pitchFamily="34" charset="0"/>
                <a:ea typeface="MS PGothic" panose="020B0600070205080204" pitchFamily="34" charset="-128"/>
              </a:defRPr>
            </a:lvl2pPr>
            <a:lvl3pPr marL="1143000" indent="-228600" defTabSz="3762375">
              <a:spcBef>
                <a:spcPct val="20000"/>
              </a:spcBef>
              <a:buChar char="•"/>
              <a:defRPr sz="11500">
                <a:solidFill>
                  <a:schemeClr val="tx1"/>
                </a:solidFill>
                <a:latin typeface="Arial" panose="020B0604020202020204" pitchFamily="34" charset="0"/>
                <a:ea typeface="MS PGothic" panose="020B0600070205080204" pitchFamily="34" charset="-128"/>
              </a:defRPr>
            </a:lvl3pPr>
            <a:lvl4pPr marL="16002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4pPr>
            <a:lvl5pPr marL="20574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5pPr>
            <a:lvl6pPr marL="25146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6pPr>
            <a:lvl7pPr marL="29718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7pPr>
            <a:lvl8pPr marL="34290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8pPr>
            <a:lvl9pPr marL="38862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9pPr>
          </a:lstStyle>
          <a:p>
            <a:pPr algn="ctr">
              <a:spcBef>
                <a:spcPct val="50000"/>
              </a:spcBef>
              <a:buNone/>
            </a:pPr>
            <a:r>
              <a:rPr lang="en-US" sz="1800" b="1">
                <a:latin typeface="Arial"/>
                <a:ea typeface="MS PGothic"/>
                <a:cs typeface="Arial"/>
              </a:rPr>
              <a:t>Figure 9: PCB Layout in Altium Designer</a:t>
            </a:r>
            <a:endParaRPr lang="en-US" sz="1800" b="1">
              <a:ea typeface="MS PGothic"/>
              <a:cs typeface="Arial"/>
            </a:endParaRPr>
          </a:p>
        </p:txBody>
      </p:sp>
      <p:sp>
        <p:nvSpPr>
          <p:cNvPr id="11" name="TextBox 381">
            <a:extLst>
              <a:ext uri="{FF2B5EF4-FFF2-40B4-BE49-F238E27FC236}">
                <a16:creationId xmlns:a16="http://schemas.microsoft.com/office/drawing/2014/main" id="{5DCE48BC-965B-0A97-CF7D-AA9AE4EAE1CC}"/>
              </a:ext>
            </a:extLst>
          </p:cNvPr>
          <p:cNvSpPr txBox="1">
            <a:spLocks noChangeArrowheads="1"/>
          </p:cNvSpPr>
          <p:nvPr/>
        </p:nvSpPr>
        <p:spPr bwMode="auto">
          <a:xfrm>
            <a:off x="29149939" y="25453193"/>
            <a:ext cx="13731725" cy="2677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6" tIns="45710" rIns="91426" bIns="45710" anchor="t">
            <a:spAutoFit/>
          </a:bodyPr>
          <a:lstStyle>
            <a:lvl1pPr defTabSz="3762375">
              <a:spcBef>
                <a:spcPct val="20000"/>
              </a:spcBef>
              <a:buChar char="•"/>
              <a:defRPr sz="15400">
                <a:solidFill>
                  <a:schemeClr val="tx1"/>
                </a:solidFill>
                <a:latin typeface="Arial" panose="020B0604020202020204" pitchFamily="34" charset="0"/>
                <a:ea typeface="MS PGothic" panose="020B0600070205080204" pitchFamily="34" charset="-128"/>
              </a:defRPr>
            </a:lvl1pPr>
            <a:lvl2pPr marL="742950" indent="-285750" defTabSz="3762375">
              <a:spcBef>
                <a:spcPct val="20000"/>
              </a:spcBef>
              <a:buChar char="–"/>
              <a:defRPr sz="13400">
                <a:solidFill>
                  <a:schemeClr val="tx1"/>
                </a:solidFill>
                <a:latin typeface="Arial" panose="020B0604020202020204" pitchFamily="34" charset="0"/>
                <a:ea typeface="MS PGothic" panose="020B0600070205080204" pitchFamily="34" charset="-128"/>
              </a:defRPr>
            </a:lvl2pPr>
            <a:lvl3pPr marL="1143000" indent="-228600" defTabSz="3762375">
              <a:spcBef>
                <a:spcPct val="20000"/>
              </a:spcBef>
              <a:buChar char="•"/>
              <a:defRPr sz="11500">
                <a:solidFill>
                  <a:schemeClr val="tx1"/>
                </a:solidFill>
                <a:latin typeface="Arial" panose="020B0604020202020204" pitchFamily="34" charset="0"/>
                <a:ea typeface="MS PGothic" panose="020B0600070205080204" pitchFamily="34" charset="-128"/>
              </a:defRPr>
            </a:lvl3pPr>
            <a:lvl4pPr marL="16002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4pPr>
            <a:lvl5pPr marL="20574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5pPr>
            <a:lvl6pPr marL="25146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6pPr>
            <a:lvl7pPr marL="29718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7pPr>
            <a:lvl8pPr marL="34290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8pPr>
            <a:lvl9pPr marL="38862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9pPr>
          </a:lstStyle>
          <a:p>
            <a:pPr algn="just">
              <a:buNone/>
            </a:pPr>
            <a:r>
              <a:rPr lang="en-US" sz="2800">
                <a:latin typeface="Arial"/>
                <a:ea typeface="MS PGothic"/>
                <a:cs typeface="Arial"/>
              </a:rPr>
              <a:t>This project addresses the industry need for higher accuracy in load-pull measurements of DUTs by absorbing signal reflections that hinder device characterization. To achieve this, we designed a novel high-pass filter to absorb these reflections. Simulations showed promising results, though the prototype didn’t fully meet specifications. Transforming our design into distributed elements offers a potential path for improved performance and cost efficiency.</a:t>
            </a:r>
            <a:endParaRPr lang="en-US"/>
          </a:p>
        </p:txBody>
      </p:sp>
      <p:sp>
        <p:nvSpPr>
          <p:cNvPr id="12" name="TextBox 381">
            <a:extLst>
              <a:ext uri="{FF2B5EF4-FFF2-40B4-BE49-F238E27FC236}">
                <a16:creationId xmlns:a16="http://schemas.microsoft.com/office/drawing/2014/main" id="{26773839-E8F8-DFE1-F308-5B967A7242B1}"/>
              </a:ext>
            </a:extLst>
          </p:cNvPr>
          <p:cNvSpPr txBox="1">
            <a:spLocks noChangeArrowheads="1"/>
          </p:cNvSpPr>
          <p:nvPr/>
        </p:nvSpPr>
        <p:spPr bwMode="auto">
          <a:xfrm>
            <a:off x="29098180" y="29732194"/>
            <a:ext cx="13783484" cy="3194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6" tIns="45710" rIns="91426" bIns="45710" anchor="t">
            <a:spAutoFit/>
          </a:bodyPr>
          <a:lstStyle>
            <a:lvl1pPr defTabSz="3762375">
              <a:spcBef>
                <a:spcPct val="20000"/>
              </a:spcBef>
              <a:buChar char="•"/>
              <a:defRPr sz="15400">
                <a:solidFill>
                  <a:schemeClr val="tx1"/>
                </a:solidFill>
                <a:latin typeface="Arial" panose="020B0604020202020204" pitchFamily="34" charset="0"/>
                <a:ea typeface="MS PGothic" panose="020B0600070205080204" pitchFamily="34" charset="-128"/>
              </a:defRPr>
            </a:lvl1pPr>
            <a:lvl2pPr marL="742950" indent="-285750" defTabSz="3762375">
              <a:spcBef>
                <a:spcPct val="20000"/>
              </a:spcBef>
              <a:buChar char="–"/>
              <a:defRPr sz="13400">
                <a:solidFill>
                  <a:schemeClr val="tx1"/>
                </a:solidFill>
                <a:latin typeface="Arial" panose="020B0604020202020204" pitchFamily="34" charset="0"/>
                <a:ea typeface="MS PGothic" panose="020B0600070205080204" pitchFamily="34" charset="-128"/>
              </a:defRPr>
            </a:lvl2pPr>
            <a:lvl3pPr marL="1143000" indent="-228600" defTabSz="3762375">
              <a:spcBef>
                <a:spcPct val="20000"/>
              </a:spcBef>
              <a:buChar char="•"/>
              <a:defRPr sz="11500">
                <a:solidFill>
                  <a:schemeClr val="tx1"/>
                </a:solidFill>
                <a:latin typeface="Arial" panose="020B0604020202020204" pitchFamily="34" charset="0"/>
                <a:ea typeface="MS PGothic" panose="020B0600070205080204" pitchFamily="34" charset="-128"/>
              </a:defRPr>
            </a:lvl3pPr>
            <a:lvl4pPr marL="16002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4pPr>
            <a:lvl5pPr marL="20574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5pPr>
            <a:lvl6pPr marL="25146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6pPr>
            <a:lvl7pPr marL="29718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7pPr>
            <a:lvl8pPr marL="34290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8pPr>
            <a:lvl9pPr marL="38862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9pPr>
          </a:lstStyle>
          <a:p>
            <a:pPr algn="just">
              <a:spcBef>
                <a:spcPts val="20"/>
              </a:spcBef>
              <a:buNone/>
            </a:pPr>
            <a:r>
              <a:rPr lang="en-US" sz="2800">
                <a:latin typeface="Arial"/>
                <a:ea typeface="MS PGothic"/>
                <a:cs typeface="Arial"/>
              </a:rPr>
              <a:t>[1] Matthew A. Morgan. “Coupled-Ladder Reflectionless Filters”. In: 2023 IEEE MTT-S Latin America Microwave Conference (LAMC). 2023, pp. 135–137. DOI: 10.1109/LAMC59011.2023.10375604.</a:t>
            </a:r>
          </a:p>
          <a:p>
            <a:pPr algn="just">
              <a:spcBef>
                <a:spcPts val="20"/>
              </a:spcBef>
              <a:buNone/>
            </a:pPr>
            <a:r>
              <a:rPr lang="en-US" sz="2800">
                <a:latin typeface="Arial"/>
                <a:ea typeface="MS PGothic"/>
                <a:cs typeface="Arial"/>
              </a:rPr>
              <a:t>[2] M. A. Morgan. Reflectionless Filters. Norwood, MA: Artech House, 2017. </a:t>
            </a:r>
          </a:p>
          <a:p>
            <a:pPr algn="just">
              <a:spcBef>
                <a:spcPts val="20"/>
              </a:spcBef>
              <a:buNone/>
            </a:pPr>
            <a:r>
              <a:rPr lang="en-US" sz="2800">
                <a:latin typeface="Arial"/>
                <a:ea typeface="MS PGothic"/>
                <a:cs typeface="Arial"/>
              </a:rPr>
              <a:t>[3] SDC9 - Reflectionless High-pass Filter Design for Load-Pull Measurement Setups. IEEE IMS TC-3 Microwave Measurements Committee, TC5-Filters Committee, 2024</a:t>
            </a:r>
          </a:p>
          <a:p>
            <a:pPr algn="just">
              <a:buNone/>
            </a:pPr>
            <a:endParaRPr lang="en-US" sz="2800">
              <a:cs typeface="Arial"/>
            </a:endParaRPr>
          </a:p>
        </p:txBody>
      </p:sp>
      <p:pic>
        <p:nvPicPr>
          <p:cNvPr id="14" name="Picture 13">
            <a:extLst>
              <a:ext uri="{FF2B5EF4-FFF2-40B4-BE49-F238E27FC236}">
                <a16:creationId xmlns:a16="http://schemas.microsoft.com/office/drawing/2014/main" id="{C2D3FC28-952B-FA16-BBC1-F8440BF487C5}"/>
              </a:ext>
            </a:extLst>
          </p:cNvPr>
          <p:cNvPicPr>
            <a:picLocks noChangeAspect="1"/>
          </p:cNvPicPr>
          <p:nvPr/>
        </p:nvPicPr>
        <p:blipFill>
          <a:blip r:embed="rId11"/>
          <a:stretch>
            <a:fillRect/>
          </a:stretch>
        </p:blipFill>
        <p:spPr>
          <a:xfrm>
            <a:off x="15286098" y="27627442"/>
            <a:ext cx="7038975" cy="4543425"/>
          </a:xfrm>
          <a:prstGeom prst="rect">
            <a:avLst/>
          </a:prstGeom>
        </p:spPr>
      </p:pic>
      <p:pic>
        <p:nvPicPr>
          <p:cNvPr id="1028" name="Picture 4">
            <a:extLst>
              <a:ext uri="{FF2B5EF4-FFF2-40B4-BE49-F238E27FC236}">
                <a16:creationId xmlns:a16="http://schemas.microsoft.com/office/drawing/2014/main" id="{A249B65E-64A0-4DAA-B9B2-6F82D764987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27877" y="17427363"/>
            <a:ext cx="11092450" cy="384688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381">
            <a:extLst>
              <a:ext uri="{FF2B5EF4-FFF2-40B4-BE49-F238E27FC236}">
                <a16:creationId xmlns:a16="http://schemas.microsoft.com/office/drawing/2014/main" id="{75465157-5031-EBED-8631-0CB34F1D7505}"/>
              </a:ext>
            </a:extLst>
          </p:cNvPr>
          <p:cNvSpPr txBox="1">
            <a:spLocks noChangeArrowheads="1"/>
          </p:cNvSpPr>
          <p:nvPr/>
        </p:nvSpPr>
        <p:spPr bwMode="auto">
          <a:xfrm>
            <a:off x="37182725" y="17046406"/>
            <a:ext cx="5489301" cy="7158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6" tIns="45710" rIns="91426" bIns="45710" anchor="t">
            <a:spAutoFit/>
          </a:bodyPr>
          <a:lstStyle>
            <a:lvl1pPr defTabSz="3762375">
              <a:spcBef>
                <a:spcPct val="20000"/>
              </a:spcBef>
              <a:buChar char="•"/>
              <a:defRPr sz="15400">
                <a:solidFill>
                  <a:schemeClr val="tx1"/>
                </a:solidFill>
                <a:latin typeface="Arial" panose="020B0604020202020204" pitchFamily="34" charset="0"/>
                <a:ea typeface="MS PGothic" panose="020B0600070205080204" pitchFamily="34" charset="-128"/>
              </a:defRPr>
            </a:lvl1pPr>
            <a:lvl2pPr marL="742950" indent="-285750" defTabSz="3762375">
              <a:spcBef>
                <a:spcPct val="20000"/>
              </a:spcBef>
              <a:buChar char="–"/>
              <a:defRPr sz="13400">
                <a:solidFill>
                  <a:schemeClr val="tx1"/>
                </a:solidFill>
                <a:latin typeface="Arial" panose="020B0604020202020204" pitchFamily="34" charset="0"/>
                <a:ea typeface="MS PGothic" panose="020B0600070205080204" pitchFamily="34" charset="-128"/>
              </a:defRPr>
            </a:lvl2pPr>
            <a:lvl3pPr marL="1143000" indent="-228600" defTabSz="3762375">
              <a:spcBef>
                <a:spcPct val="20000"/>
              </a:spcBef>
              <a:buChar char="•"/>
              <a:defRPr sz="11500">
                <a:solidFill>
                  <a:schemeClr val="tx1"/>
                </a:solidFill>
                <a:latin typeface="Arial" panose="020B0604020202020204" pitchFamily="34" charset="0"/>
                <a:ea typeface="MS PGothic" panose="020B0600070205080204" pitchFamily="34" charset="-128"/>
              </a:defRPr>
            </a:lvl3pPr>
            <a:lvl4pPr marL="16002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4pPr>
            <a:lvl5pPr marL="20574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5pPr>
            <a:lvl6pPr marL="25146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6pPr>
            <a:lvl7pPr marL="29718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7pPr>
            <a:lvl8pPr marL="34290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8pPr>
            <a:lvl9pPr marL="38862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9pPr>
          </a:lstStyle>
          <a:p>
            <a:pPr algn="just">
              <a:buNone/>
            </a:pPr>
            <a:r>
              <a:rPr lang="en-US" sz="2800">
                <a:latin typeface="Arial"/>
                <a:ea typeface="MS PGothic"/>
                <a:cs typeface="Arial"/>
              </a:rPr>
              <a:t>Results (Fig. 11):</a:t>
            </a:r>
          </a:p>
          <a:p>
            <a:pPr marL="457200" indent="-457200" algn="just"/>
            <a:r>
              <a:rPr lang="en-US" sz="2800">
                <a:latin typeface="Arial"/>
                <a:ea typeface="MS PGothic"/>
                <a:cs typeface="Arial"/>
              </a:rPr>
              <a:t>Our prototype shows favored roll-off at the transition band.</a:t>
            </a:r>
          </a:p>
          <a:p>
            <a:pPr marL="457200" indent="-457200" algn="just"/>
            <a:r>
              <a:rPr lang="en-US" sz="2800">
                <a:latin typeface="Arial"/>
                <a:ea typeface="MS PGothic"/>
                <a:cs typeface="Arial"/>
              </a:rPr>
              <a:t>The competitor exhibits a superior S21 frequency range and favored suppression of S11.</a:t>
            </a:r>
          </a:p>
          <a:p>
            <a:pPr algn="just">
              <a:buNone/>
            </a:pPr>
            <a:endParaRPr lang="en-US" sz="2800">
              <a:latin typeface="Arial"/>
              <a:ea typeface="MS PGothic"/>
              <a:cs typeface="Arial"/>
            </a:endParaRPr>
          </a:p>
          <a:p>
            <a:pPr algn="just">
              <a:buNone/>
            </a:pPr>
            <a:r>
              <a:rPr lang="en-US" sz="2800">
                <a:latin typeface="Arial"/>
                <a:ea typeface="MS PGothic"/>
                <a:cs typeface="Arial"/>
              </a:rPr>
              <a:t>Future improvements:</a:t>
            </a:r>
          </a:p>
          <a:p>
            <a:pPr marL="457200" indent="-457200" algn="just"/>
            <a:r>
              <a:rPr lang="en-US" sz="2800">
                <a:latin typeface="Arial"/>
                <a:ea typeface="MS PGothic"/>
                <a:cs typeface="Arial"/>
              </a:rPr>
              <a:t>Limit use of inductors with low self-resonant frequency</a:t>
            </a:r>
          </a:p>
          <a:p>
            <a:pPr marL="457200" indent="-457200" algn="just"/>
            <a:r>
              <a:rPr lang="en-US" sz="2800">
                <a:latin typeface="Arial"/>
                <a:ea typeface="MS PGothic"/>
                <a:cs typeface="Arial"/>
              </a:rPr>
              <a:t>Experiment with bandpass reflectionless filter</a:t>
            </a:r>
          </a:p>
          <a:p>
            <a:pPr marL="457200" indent="-457200" algn="just"/>
            <a:r>
              <a:rPr lang="en-US" sz="2800">
                <a:latin typeface="Arial"/>
                <a:ea typeface="MS PGothic"/>
                <a:cs typeface="Arial"/>
              </a:rPr>
              <a:t>Transform from lumped to distributed elements</a:t>
            </a:r>
            <a:endParaRPr lang="en-US" sz="2800">
              <a:cs typeface="Arial"/>
            </a:endParaRPr>
          </a:p>
        </p:txBody>
      </p:sp>
      <p:sp>
        <p:nvSpPr>
          <p:cNvPr id="40" name="TextBox 381">
            <a:extLst>
              <a:ext uri="{FF2B5EF4-FFF2-40B4-BE49-F238E27FC236}">
                <a16:creationId xmlns:a16="http://schemas.microsoft.com/office/drawing/2014/main" id="{B2BDFAC0-0970-330A-F788-2B4AA059AA36}"/>
              </a:ext>
            </a:extLst>
          </p:cNvPr>
          <p:cNvSpPr txBox="1">
            <a:spLocks noChangeArrowheads="1"/>
          </p:cNvSpPr>
          <p:nvPr/>
        </p:nvSpPr>
        <p:spPr bwMode="auto">
          <a:xfrm>
            <a:off x="14396250" y="12383325"/>
            <a:ext cx="6242410" cy="36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6" tIns="45710" rIns="91426" bIns="45710" anchor="t">
            <a:spAutoFit/>
          </a:bodyPr>
          <a:lstStyle>
            <a:lvl1pPr defTabSz="3762375">
              <a:spcBef>
                <a:spcPct val="20000"/>
              </a:spcBef>
              <a:buChar char="•"/>
              <a:defRPr sz="15400">
                <a:solidFill>
                  <a:schemeClr val="tx1"/>
                </a:solidFill>
                <a:latin typeface="Arial" panose="020B0604020202020204" pitchFamily="34" charset="0"/>
                <a:ea typeface="MS PGothic" panose="020B0600070205080204" pitchFamily="34" charset="-128"/>
              </a:defRPr>
            </a:lvl1pPr>
            <a:lvl2pPr marL="742950" indent="-285750" defTabSz="3762375">
              <a:spcBef>
                <a:spcPct val="20000"/>
              </a:spcBef>
              <a:buChar char="–"/>
              <a:defRPr sz="13400">
                <a:solidFill>
                  <a:schemeClr val="tx1"/>
                </a:solidFill>
                <a:latin typeface="Arial" panose="020B0604020202020204" pitchFamily="34" charset="0"/>
                <a:ea typeface="MS PGothic" panose="020B0600070205080204" pitchFamily="34" charset="-128"/>
              </a:defRPr>
            </a:lvl2pPr>
            <a:lvl3pPr marL="1143000" indent="-228600" defTabSz="3762375">
              <a:spcBef>
                <a:spcPct val="20000"/>
              </a:spcBef>
              <a:buChar char="•"/>
              <a:defRPr sz="11500">
                <a:solidFill>
                  <a:schemeClr val="tx1"/>
                </a:solidFill>
                <a:latin typeface="Arial" panose="020B0604020202020204" pitchFamily="34" charset="0"/>
                <a:ea typeface="MS PGothic" panose="020B0600070205080204" pitchFamily="34" charset="-128"/>
              </a:defRPr>
            </a:lvl3pPr>
            <a:lvl4pPr marL="16002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4pPr>
            <a:lvl5pPr marL="2057400" indent="-228600" defTabSz="3762375">
              <a:spcBef>
                <a:spcPct val="20000"/>
              </a:spcBef>
              <a:buChar char="»"/>
              <a:defRPr sz="9600">
                <a:solidFill>
                  <a:schemeClr val="tx1"/>
                </a:solidFill>
                <a:latin typeface="Arial" panose="020B0604020202020204" pitchFamily="34" charset="0"/>
                <a:ea typeface="MS PGothic" panose="020B0600070205080204" pitchFamily="34" charset="-128"/>
              </a:defRPr>
            </a:lvl5pPr>
            <a:lvl6pPr marL="25146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6pPr>
            <a:lvl7pPr marL="29718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7pPr>
            <a:lvl8pPr marL="34290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8pPr>
            <a:lvl9pPr marL="3886200" indent="-228600" defTabSz="3762375" eaLnBrk="0" fontAlgn="base" hangingPunct="0">
              <a:spcBef>
                <a:spcPct val="20000"/>
              </a:spcBef>
              <a:spcAft>
                <a:spcPct val="0"/>
              </a:spcAft>
              <a:buChar char="»"/>
              <a:defRPr sz="9600">
                <a:solidFill>
                  <a:schemeClr val="tx1"/>
                </a:solidFill>
                <a:latin typeface="Arial" panose="020B0604020202020204" pitchFamily="34" charset="0"/>
                <a:ea typeface="MS PGothic" panose="020B0600070205080204" pitchFamily="34" charset="-128"/>
              </a:defRPr>
            </a:lvl9pPr>
          </a:lstStyle>
          <a:p>
            <a:pPr algn="ctr">
              <a:spcBef>
                <a:spcPct val="50000"/>
              </a:spcBef>
              <a:buNone/>
            </a:pPr>
            <a:r>
              <a:rPr lang="en-US" sz="1800" b="1">
                <a:latin typeface="Arial"/>
                <a:ea typeface="MS PGothic"/>
                <a:cs typeface="Arial"/>
              </a:rPr>
              <a:t>Figure 3: Component equations</a:t>
            </a:r>
            <a:endParaRPr lang="en-US" sz="1800" b="1">
              <a:ea typeface="MS PGothic"/>
              <a:cs typeface="Arial"/>
            </a:endParaRPr>
          </a:p>
        </p:txBody>
      </p:sp>
      <p:grpSp>
        <p:nvGrpSpPr>
          <p:cNvPr id="47" name="Group 46">
            <a:extLst>
              <a:ext uri="{FF2B5EF4-FFF2-40B4-BE49-F238E27FC236}">
                <a16:creationId xmlns:a16="http://schemas.microsoft.com/office/drawing/2014/main" id="{FD139C34-78EA-00BC-BB7C-26ED6825BFF6}"/>
              </a:ext>
            </a:extLst>
          </p:cNvPr>
          <p:cNvGrpSpPr/>
          <p:nvPr/>
        </p:nvGrpSpPr>
        <p:grpSpPr>
          <a:xfrm>
            <a:off x="28893500" y="17398629"/>
            <a:ext cx="8285634" cy="6057425"/>
            <a:chOff x="6418452" y="1280638"/>
            <a:chExt cx="5590996" cy="3710461"/>
          </a:xfrm>
        </p:grpSpPr>
        <p:sp>
          <p:nvSpPr>
            <p:cNvPr id="48" name="TextBox 47">
              <a:extLst>
                <a:ext uri="{FF2B5EF4-FFF2-40B4-BE49-F238E27FC236}">
                  <a16:creationId xmlns:a16="http://schemas.microsoft.com/office/drawing/2014/main" id="{483F995D-6290-CC91-AFD4-0B412B8A271F}"/>
                </a:ext>
              </a:extLst>
            </p:cNvPr>
            <p:cNvSpPr txBox="1"/>
            <p:nvPr/>
          </p:nvSpPr>
          <p:spPr>
            <a:xfrm rot="16200000">
              <a:off x="6254643" y="2670724"/>
              <a:ext cx="705781" cy="378164"/>
            </a:xfrm>
            <a:prstGeom prst="rect">
              <a:avLst/>
            </a:prstGeom>
            <a:noFill/>
          </p:spPr>
          <p:txBody>
            <a:bodyPr wrap="square">
              <a:spAutoFit/>
            </a:bodyPr>
            <a:lstStyle/>
            <a:p>
              <a:r>
                <a:rPr lang="en-US" sz="1800">
                  <a:latin typeface="Arial"/>
                  <a:ea typeface="MS PGothic"/>
                  <a:cs typeface="Arial"/>
                </a:rPr>
                <a:t>dB</a:t>
              </a:r>
              <a:endParaRPr lang="en-US" sz="1800"/>
            </a:p>
          </p:txBody>
        </p:sp>
        <p:pic>
          <p:nvPicPr>
            <p:cNvPr id="49" name="Picture 48">
              <a:extLst>
                <a:ext uri="{FF2B5EF4-FFF2-40B4-BE49-F238E27FC236}">
                  <a16:creationId xmlns:a16="http://schemas.microsoft.com/office/drawing/2014/main" id="{9F5A6BB7-A940-CB41-ED36-E83A323414AB}"/>
                </a:ext>
              </a:extLst>
            </p:cNvPr>
            <p:cNvPicPr>
              <a:picLocks noChangeAspect="1"/>
            </p:cNvPicPr>
            <p:nvPr/>
          </p:nvPicPr>
          <p:blipFill>
            <a:blip r:embed="rId13"/>
            <a:stretch>
              <a:fillRect/>
            </a:stretch>
          </p:blipFill>
          <p:spPr>
            <a:xfrm>
              <a:off x="6715124" y="1280638"/>
              <a:ext cx="5294324" cy="3710461"/>
            </a:xfrm>
            <a:prstGeom prst="rect">
              <a:avLst/>
            </a:prstGeom>
          </p:spPr>
        </p:pic>
      </p:grpSp>
      <p:sp>
        <p:nvSpPr>
          <p:cNvPr id="32" name="Rectangle 31">
            <a:extLst>
              <a:ext uri="{FF2B5EF4-FFF2-40B4-BE49-F238E27FC236}">
                <a16:creationId xmlns:a16="http://schemas.microsoft.com/office/drawing/2014/main" id="{BD37E194-1DEE-4F6C-F38E-39B061A7E1E5}"/>
              </a:ext>
            </a:extLst>
          </p:cNvPr>
          <p:cNvSpPr>
            <a:spLocks noChangeArrowheads="1"/>
          </p:cNvSpPr>
          <p:nvPr/>
        </p:nvSpPr>
        <p:spPr bwMode="auto">
          <a:xfrm>
            <a:off x="997809" y="23489756"/>
            <a:ext cx="13571238" cy="1065752"/>
          </a:xfrm>
          <a:prstGeom prst="rect">
            <a:avLst/>
          </a:prstGeom>
          <a:solidFill>
            <a:srgbClr val="059033"/>
          </a:solidFill>
          <a:ln>
            <a:headEnd/>
            <a:tailEnd/>
          </a:ln>
        </p:spPr>
        <p:style>
          <a:lnRef idx="1">
            <a:schemeClr val="accent1"/>
          </a:lnRef>
          <a:fillRef idx="3">
            <a:schemeClr val="accent1"/>
          </a:fillRef>
          <a:effectRef idx="2">
            <a:schemeClr val="accent1"/>
          </a:effectRef>
          <a:fontRef idx="minor">
            <a:schemeClr val="lt1"/>
          </a:fontRef>
        </p:style>
        <p:txBody>
          <a:bodyPr wrap="none" lIns="137160" tIns="68580" rIns="137160" bIns="68580" anchor="ctr"/>
          <a:lstStyle>
            <a:defPPr>
              <a:defRPr lang="en-US"/>
            </a:defPPr>
            <a:lvl1pPr algn="l" rtl="0" eaLnBrk="0" fontAlgn="base" hangingPunct="0">
              <a:spcBef>
                <a:spcPct val="0"/>
              </a:spcBef>
              <a:spcAft>
                <a:spcPct val="0"/>
              </a:spcAft>
              <a:defRPr sz="8600" kern="1200">
                <a:solidFill>
                  <a:schemeClr val="lt1"/>
                </a:solidFill>
                <a:latin typeface="+mn-lt"/>
                <a:ea typeface="+mn-ea"/>
                <a:cs typeface="+mn-cs"/>
              </a:defRPr>
            </a:lvl1pPr>
            <a:lvl2pPr marL="457200" algn="l" rtl="0" eaLnBrk="0" fontAlgn="base" hangingPunct="0">
              <a:spcBef>
                <a:spcPct val="0"/>
              </a:spcBef>
              <a:spcAft>
                <a:spcPct val="0"/>
              </a:spcAft>
              <a:defRPr sz="8600" kern="1200">
                <a:solidFill>
                  <a:schemeClr val="lt1"/>
                </a:solidFill>
                <a:latin typeface="+mn-lt"/>
                <a:ea typeface="+mn-ea"/>
                <a:cs typeface="+mn-cs"/>
              </a:defRPr>
            </a:lvl2pPr>
            <a:lvl3pPr marL="914400" algn="l" rtl="0" eaLnBrk="0" fontAlgn="base" hangingPunct="0">
              <a:spcBef>
                <a:spcPct val="0"/>
              </a:spcBef>
              <a:spcAft>
                <a:spcPct val="0"/>
              </a:spcAft>
              <a:defRPr sz="8600" kern="1200">
                <a:solidFill>
                  <a:schemeClr val="lt1"/>
                </a:solidFill>
                <a:latin typeface="+mn-lt"/>
                <a:ea typeface="+mn-ea"/>
                <a:cs typeface="+mn-cs"/>
              </a:defRPr>
            </a:lvl3pPr>
            <a:lvl4pPr marL="1371600" algn="l" rtl="0" eaLnBrk="0" fontAlgn="base" hangingPunct="0">
              <a:spcBef>
                <a:spcPct val="0"/>
              </a:spcBef>
              <a:spcAft>
                <a:spcPct val="0"/>
              </a:spcAft>
              <a:defRPr sz="8600" kern="1200">
                <a:solidFill>
                  <a:schemeClr val="lt1"/>
                </a:solidFill>
                <a:latin typeface="+mn-lt"/>
                <a:ea typeface="+mn-ea"/>
                <a:cs typeface="+mn-cs"/>
              </a:defRPr>
            </a:lvl4pPr>
            <a:lvl5pPr marL="1828800" algn="l" rtl="0" eaLnBrk="0" fontAlgn="base" hangingPunct="0">
              <a:spcBef>
                <a:spcPct val="0"/>
              </a:spcBef>
              <a:spcAft>
                <a:spcPct val="0"/>
              </a:spcAft>
              <a:defRPr sz="8600" kern="1200">
                <a:solidFill>
                  <a:schemeClr val="lt1"/>
                </a:solidFill>
                <a:latin typeface="+mn-lt"/>
                <a:ea typeface="+mn-ea"/>
                <a:cs typeface="+mn-cs"/>
              </a:defRPr>
            </a:lvl5pPr>
            <a:lvl6pPr marL="2286000" algn="l" defTabSz="914400" rtl="0" eaLnBrk="1" latinLnBrk="0" hangingPunct="1">
              <a:defRPr sz="8600" kern="1200">
                <a:solidFill>
                  <a:schemeClr val="lt1"/>
                </a:solidFill>
                <a:latin typeface="+mn-lt"/>
                <a:ea typeface="+mn-ea"/>
                <a:cs typeface="+mn-cs"/>
              </a:defRPr>
            </a:lvl6pPr>
            <a:lvl7pPr marL="2743200" algn="l" defTabSz="914400" rtl="0" eaLnBrk="1" latinLnBrk="0" hangingPunct="1">
              <a:defRPr sz="8600" kern="1200">
                <a:solidFill>
                  <a:schemeClr val="lt1"/>
                </a:solidFill>
                <a:latin typeface="+mn-lt"/>
                <a:ea typeface="+mn-ea"/>
                <a:cs typeface="+mn-cs"/>
              </a:defRPr>
            </a:lvl7pPr>
            <a:lvl8pPr marL="3200400" algn="l" defTabSz="914400" rtl="0" eaLnBrk="1" latinLnBrk="0" hangingPunct="1">
              <a:defRPr sz="8600" kern="1200">
                <a:solidFill>
                  <a:schemeClr val="lt1"/>
                </a:solidFill>
                <a:latin typeface="+mn-lt"/>
                <a:ea typeface="+mn-ea"/>
                <a:cs typeface="+mn-cs"/>
              </a:defRPr>
            </a:lvl8pPr>
            <a:lvl9pPr marL="3657600" algn="l" defTabSz="914400" rtl="0" eaLnBrk="1" latinLnBrk="0" hangingPunct="1">
              <a:defRPr sz="8600" kern="1200">
                <a:solidFill>
                  <a:schemeClr val="lt1"/>
                </a:solidFill>
                <a:latin typeface="+mn-lt"/>
                <a:ea typeface="+mn-ea"/>
                <a:cs typeface="+mn-cs"/>
              </a:defRPr>
            </a:lvl9pPr>
          </a:lstStyle>
          <a:p>
            <a:pPr algn="ctr" eaLnBrk="1" hangingPunct="1">
              <a:spcBef>
                <a:spcPct val="0"/>
              </a:spcBef>
              <a:buNone/>
            </a:pPr>
            <a:r>
              <a:rPr lang="en-US" altLang="en-US" sz="5800" b="1">
                <a:solidFill>
                  <a:schemeClr val="bg1"/>
                </a:solidFill>
                <a:latin typeface="Arial"/>
                <a:ea typeface="MS PGothic"/>
                <a:cs typeface="Arial"/>
              </a:rPr>
              <a:t>Target Specification</a:t>
            </a:r>
            <a:endParaRPr lang="en-US" altLang="en-US" sz="5800" b="1">
              <a:solidFill>
                <a:schemeClr val="bg1"/>
              </a:solidFill>
              <a:cs typeface="Arial"/>
            </a:endParaRPr>
          </a:p>
        </p:txBody>
      </p:sp>
      <p:pic>
        <p:nvPicPr>
          <p:cNvPr id="33" name="Picture 32" descr="A graph of a signal&#10;&#10;Description automatically generated">
            <a:extLst>
              <a:ext uri="{FF2B5EF4-FFF2-40B4-BE49-F238E27FC236}">
                <a16:creationId xmlns:a16="http://schemas.microsoft.com/office/drawing/2014/main" id="{B9310163-D3FE-AAD5-32CF-447704BA24D9}"/>
              </a:ext>
            </a:extLst>
          </p:cNvPr>
          <p:cNvPicPr>
            <a:picLocks noChangeAspect="1"/>
          </p:cNvPicPr>
          <p:nvPr/>
        </p:nvPicPr>
        <p:blipFill>
          <a:blip r:embed="rId14"/>
          <a:stretch>
            <a:fillRect/>
          </a:stretch>
        </p:blipFill>
        <p:spPr>
          <a:xfrm>
            <a:off x="135964" y="24901909"/>
            <a:ext cx="9974158" cy="6602500"/>
          </a:xfrm>
          <a:prstGeom prst="rect">
            <a:avLst/>
          </a:prstGeom>
        </p:spPr>
      </p:pic>
      <p:sp>
        <p:nvSpPr>
          <p:cNvPr id="36" name="TextBox 381">
            <a:extLst>
              <a:ext uri="{FF2B5EF4-FFF2-40B4-BE49-F238E27FC236}">
                <a16:creationId xmlns:a16="http://schemas.microsoft.com/office/drawing/2014/main" id="{FF585A97-DF36-331A-2793-B32EB632B671}"/>
              </a:ext>
            </a:extLst>
          </p:cNvPr>
          <p:cNvSpPr txBox="1">
            <a:spLocks noChangeArrowheads="1"/>
          </p:cNvSpPr>
          <p:nvPr/>
        </p:nvSpPr>
        <p:spPr bwMode="auto">
          <a:xfrm>
            <a:off x="749" y="31896227"/>
            <a:ext cx="11366500" cy="36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0" rIns="91426" bIns="45710" anchor="t">
            <a:spAutoFit/>
          </a:bodyPr>
          <a:lstStyle>
            <a:defPPr>
              <a:defRPr lang="en-US"/>
            </a:defPPr>
            <a:lvl1pPr algn="l" rtl="0" eaLnBrk="0" fontAlgn="base" hangingPunct="0">
              <a:spcBef>
                <a:spcPct val="0"/>
              </a:spcBef>
              <a:spcAft>
                <a:spcPct val="0"/>
              </a:spcAft>
              <a:defRPr sz="8600"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8600" kern="1200">
                <a:solidFill>
                  <a:schemeClr val="tx1"/>
                </a:solidFill>
                <a:latin typeface="Arial"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8600" kern="1200">
                <a:solidFill>
                  <a:schemeClr val="tx1"/>
                </a:solidFill>
                <a:latin typeface="Arial"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8600" kern="1200">
                <a:solidFill>
                  <a:schemeClr val="tx1"/>
                </a:solidFill>
                <a:latin typeface="Arial"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8600"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sz="8600"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sz="8600"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sz="8600"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sz="8600" kern="1200">
                <a:solidFill>
                  <a:schemeClr val="tx1"/>
                </a:solidFill>
                <a:latin typeface="Arial" panose="020B0604020202020204" pitchFamily="34" charset="0"/>
                <a:ea typeface="MS PGothic" panose="020B0600070205080204" pitchFamily="34" charset="-128"/>
                <a:cs typeface="+mn-cs"/>
              </a:defRPr>
            </a:lvl9pPr>
          </a:lstStyle>
          <a:p>
            <a:pPr algn="ctr">
              <a:spcBef>
                <a:spcPct val="50000"/>
              </a:spcBef>
              <a:buNone/>
            </a:pPr>
            <a:r>
              <a:rPr lang="en-US" sz="1800" b="1">
                <a:latin typeface="Arial"/>
                <a:ea typeface="MS PGothic"/>
                <a:cs typeface="Arial"/>
              </a:rPr>
              <a:t>Figure 2: Sample Scattering Plot as Performance Metric</a:t>
            </a:r>
            <a:endParaRPr lang="en-US" sz="1800" b="1">
              <a:ea typeface="MS PGothic"/>
              <a:cs typeface="Arial"/>
            </a:endParaRPr>
          </a:p>
        </p:txBody>
      </p:sp>
      <p:sp>
        <p:nvSpPr>
          <p:cNvPr id="39" name="TextBox 381">
            <a:extLst>
              <a:ext uri="{FF2B5EF4-FFF2-40B4-BE49-F238E27FC236}">
                <a16:creationId xmlns:a16="http://schemas.microsoft.com/office/drawing/2014/main" id="{3E890181-8A88-E788-0DE2-E0C7B6A75A92}"/>
              </a:ext>
            </a:extLst>
          </p:cNvPr>
          <p:cNvSpPr txBox="1">
            <a:spLocks noChangeArrowheads="1"/>
          </p:cNvSpPr>
          <p:nvPr/>
        </p:nvSpPr>
        <p:spPr bwMode="auto">
          <a:xfrm>
            <a:off x="10110121" y="24809341"/>
            <a:ext cx="4433043" cy="7417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6" tIns="45710" rIns="91426" bIns="45710" anchor="t">
            <a:spAutoFit/>
          </a:bodyPr>
          <a:lstStyle>
            <a:defPPr>
              <a:defRPr lang="en-US"/>
            </a:defPPr>
            <a:lvl1pPr algn="l" rtl="0" eaLnBrk="0" fontAlgn="base" hangingPunct="0">
              <a:spcBef>
                <a:spcPct val="0"/>
              </a:spcBef>
              <a:spcAft>
                <a:spcPct val="0"/>
              </a:spcAft>
              <a:defRPr sz="8600"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8600" kern="1200">
                <a:solidFill>
                  <a:schemeClr val="tx1"/>
                </a:solidFill>
                <a:latin typeface="Arial"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8600" kern="1200">
                <a:solidFill>
                  <a:schemeClr val="tx1"/>
                </a:solidFill>
                <a:latin typeface="Arial"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8600" kern="1200">
                <a:solidFill>
                  <a:schemeClr val="tx1"/>
                </a:solidFill>
                <a:latin typeface="Arial"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8600"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sz="8600"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sz="8600"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sz="8600"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sz="8600" kern="1200">
                <a:solidFill>
                  <a:schemeClr val="tx1"/>
                </a:solidFill>
                <a:latin typeface="Arial" panose="020B0604020202020204" pitchFamily="34" charset="0"/>
                <a:ea typeface="MS PGothic" panose="020B0600070205080204" pitchFamily="34" charset="-128"/>
                <a:cs typeface="+mn-cs"/>
              </a:defRPr>
            </a:lvl9pPr>
          </a:lstStyle>
          <a:p>
            <a:pPr marL="514350" indent="-514350">
              <a:spcBef>
                <a:spcPts val="20"/>
              </a:spcBef>
              <a:buAutoNum type="arabicPeriod"/>
            </a:pPr>
            <a:r>
              <a:rPr lang="en-US" sz="2800">
                <a:latin typeface="Arial"/>
                <a:ea typeface="MS PGothic"/>
                <a:cs typeface="Arial"/>
              </a:rPr>
              <a:t>No active components are to be used </a:t>
            </a:r>
            <a:endParaRPr lang="en-US"/>
          </a:p>
          <a:p>
            <a:pPr marL="514350" indent="-514350">
              <a:spcBef>
                <a:spcPts val="20"/>
              </a:spcBef>
              <a:buAutoNum type="arabicPeriod"/>
            </a:pPr>
            <a:r>
              <a:rPr lang="en-US" sz="2800">
                <a:latin typeface="Arial"/>
                <a:ea typeface="MS PGothic"/>
                <a:cs typeface="Arial"/>
              </a:rPr>
              <a:t>Substrate materials and passive components can be used</a:t>
            </a:r>
          </a:p>
          <a:p>
            <a:pPr marL="514350" indent="-514350">
              <a:spcBef>
                <a:spcPts val="20"/>
              </a:spcBef>
              <a:buAutoNum type="arabicPeriod"/>
            </a:pPr>
            <a:r>
              <a:rPr lang="en-US" sz="2800">
                <a:latin typeface="Arial"/>
                <a:ea typeface="MS PGothic"/>
                <a:cs typeface="Arial"/>
              </a:rPr>
              <a:t>The PCB prototype should not exceed 300cm</a:t>
            </a:r>
            <a:r>
              <a:rPr lang="en-US" sz="2800" baseline="30000">
                <a:latin typeface="Arial"/>
                <a:ea typeface="MS PGothic"/>
                <a:cs typeface="Arial"/>
              </a:rPr>
              <a:t>2</a:t>
            </a:r>
          </a:p>
          <a:p>
            <a:pPr marL="514350" indent="-514350">
              <a:spcBef>
                <a:spcPts val="20"/>
              </a:spcBef>
              <a:buAutoNum type="arabicPeriod"/>
            </a:pPr>
            <a:r>
              <a:rPr lang="en-US" sz="2800">
                <a:latin typeface="Arial"/>
                <a:ea typeface="MS PGothic"/>
                <a:cs typeface="Arial"/>
              </a:rPr>
              <a:t>Should have female connectors and be suitable for 3.5mm male connections</a:t>
            </a:r>
          </a:p>
          <a:p>
            <a:pPr marL="514350" indent="-514350">
              <a:spcBef>
                <a:spcPts val="20"/>
              </a:spcBef>
              <a:buAutoNum type="arabicPeriod"/>
            </a:pPr>
            <a:r>
              <a:rPr lang="en-US" sz="2800">
                <a:latin typeface="Arial"/>
                <a:ea typeface="MS PGothic"/>
                <a:cs typeface="Arial"/>
              </a:rPr>
              <a:t>The operating temperature of the device should be from -55°C to 100°C</a:t>
            </a:r>
          </a:p>
        </p:txBody>
      </p:sp>
    </p:spTree>
    <p:extLst>
      <p:ext uri="{BB962C8B-B14F-4D97-AF65-F5344CB8AC3E}">
        <p14:creationId xmlns:p14="http://schemas.microsoft.com/office/powerpoint/2010/main" val="3552866011"/>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86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389438" rtl="0" eaLnBrk="1" fontAlgn="base" latinLnBrk="0" hangingPunct="1">
          <a:lnSpc>
            <a:spcPct val="100000"/>
          </a:lnSpc>
          <a:spcBef>
            <a:spcPct val="0"/>
          </a:spcBef>
          <a:spcAft>
            <a:spcPct val="0"/>
          </a:spcAft>
          <a:buClrTx/>
          <a:buSzTx/>
          <a:buFontTx/>
          <a:buNone/>
          <a:tabLst/>
          <a:defRPr kumimoji="0" lang="en-US" sz="86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C1E879C6CA97243B0D17CE13D00787F" ma:contentTypeVersion="13" ma:contentTypeDescription="Create a new document." ma:contentTypeScope="" ma:versionID="53b571245d129a979379d0c1e6b9370a">
  <xsd:schema xmlns:xsd="http://www.w3.org/2001/XMLSchema" xmlns:xs="http://www.w3.org/2001/XMLSchema" xmlns:p="http://schemas.microsoft.com/office/2006/metadata/properties" xmlns:ns2="d00a27ab-3d77-41f8-aceb-02fe6464e679" xmlns:ns3="951d268b-fb2c-4bcc-9956-ad1d396ce238" targetNamespace="http://schemas.microsoft.com/office/2006/metadata/properties" ma:root="true" ma:fieldsID="962709502d80c7e94866d0f20a03e82e" ns2:_="" ns3:_="">
    <xsd:import namespace="d00a27ab-3d77-41f8-aceb-02fe6464e679"/>
    <xsd:import namespace="951d268b-fb2c-4bcc-9956-ad1d396ce23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00a27ab-3d77-41f8-aceb-02fe6464e67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cfe284ab-3129-4a4f-a33b-1446679d6377"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1d268b-fb2c-4bcc-9956-ad1d396ce238"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d377effd-5ea8-4b1e-a70f-ac2460d75ec3}" ma:internalName="TaxCatchAll" ma:showField="CatchAllData" ma:web="951d268b-fb2c-4bcc-9956-ad1d396ce23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0124342-DD57-4A29-A484-F8552A8DED88}">
  <ds:schemaRefs>
    <ds:schemaRef ds:uri="951d268b-fb2c-4bcc-9956-ad1d396ce238"/>
    <ds:schemaRef ds:uri="d00a27ab-3d77-41f8-aceb-02fe6464e67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AEB56D9-8596-4E80-BA22-334A311D356C}">
  <ds:schemaRefs>
    <ds:schemaRef ds:uri="http://schemas.microsoft.com/sharepoint/v3/contenttype/forms"/>
  </ds:schemaRefs>
</ds:datastoreItem>
</file>

<file path=docMetadata/LabelInfo.xml><?xml version="1.0" encoding="utf-8"?>
<clbl:labelList xmlns:clbl="http://schemas.microsoft.com/office/2020/mipLabelMetadata">
  <clbl:label id="{37f4b8a2-ad4f-41b5-9a91-284d2cc38f56}" enabled="1" method="Standard" siteId="{70de1992-07c6-480f-a318-a1afcba03983}" removed="0"/>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1</Slides>
  <Notes>1</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Default Design</vt:lpstr>
      <vt:lpstr>PowerPoint Presentation</vt:lpstr>
    </vt:vector>
  </TitlesOfParts>
  <Company>University of Northern Colorado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susan.keenan</dc:creator>
  <cp:revision>6</cp:revision>
  <dcterms:created xsi:type="dcterms:W3CDTF">2010-07-16T15:47:09Z</dcterms:created>
  <dcterms:modified xsi:type="dcterms:W3CDTF">2024-11-19T23:47:55Z</dcterms:modified>
</cp:coreProperties>
</file>